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0"/>
  </p:notesMasterIdLst>
  <p:sldIdLst>
    <p:sldId id="256" r:id="rId2"/>
    <p:sldId id="258" r:id="rId3"/>
    <p:sldId id="264" r:id="rId4"/>
    <p:sldId id="265" r:id="rId5"/>
    <p:sldId id="297" r:id="rId6"/>
    <p:sldId id="262" r:id="rId7"/>
    <p:sldId id="299" r:id="rId8"/>
    <p:sldId id="266" r:id="rId9"/>
  </p:sldIdLst>
  <p:sldSz cx="9144000" cy="5143500" type="screen16x9"/>
  <p:notesSz cx="6858000" cy="9144000"/>
  <p:embeddedFontLst>
    <p:embeddedFont>
      <p:font typeface="Raleway Thin" panose="020B0604020202020204" charset="0"/>
      <p:regular r:id="rId11"/>
      <p:bold r:id="rId12"/>
      <p:italic r:id="rId13"/>
      <p:boldItalic r:id="rId14"/>
    </p:embeddedFont>
    <p:embeddedFont>
      <p:font typeface="Bahnschrift SemiBold Condensed" panose="020B0502040204020203" pitchFamily="34" charset="0"/>
      <p:bold r:id="rId15"/>
    </p:embeddedFont>
    <p:embeddedFont>
      <p:font typeface="Barlow Light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E2214B-EEA6-4F0E-851E-DA328E0D34B4}">
  <a:tblStyle styleId="{11E2214B-EEA6-4F0E-851E-DA328E0D3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44D3EF-30E0-43DB-A017-93B0B98886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6644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5097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6" r:id="rId4"/>
    <p:sldLayoutId id="2147483657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atterControl - 3D Printing Software | MatterHacker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3" t="8082" r="5940" b="12567"/>
          <a:stretch/>
        </p:blipFill>
        <p:spPr bwMode="auto">
          <a:xfrm>
            <a:off x="4529469" y="1005218"/>
            <a:ext cx="4359349" cy="313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842409" y="1920306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b="1" dirty="0" smtClean="0">
                <a:latin typeface="+mn-lt"/>
              </a:rPr>
              <a:t>3D</a:t>
            </a:r>
            <a:r>
              <a:rPr lang="vi-VN" b="1" dirty="0" smtClean="0">
                <a:latin typeface="+mn-lt"/>
              </a:rPr>
              <a:t> </a:t>
            </a:r>
            <a:r>
              <a:rPr lang="vi-VN" b="1" dirty="0">
                <a:latin typeface="+mn-lt"/>
              </a:rPr>
              <a:t>принтер </a:t>
            </a:r>
            <a:endParaRPr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4019" y="2925480"/>
            <a:ext cx="3296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2"/>
                </a:solidFill>
              </a:rPr>
              <a:t>Технологии в современном мире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41582" y="4613201"/>
            <a:ext cx="353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 smtClean="0">
                <a:solidFill>
                  <a:schemeClr val="accent2"/>
                </a:solidFill>
              </a:rPr>
              <a:t>Выполнил: Фам Данг Чунг </a:t>
            </a:r>
            <a:r>
              <a:rPr lang="ru-RU" b="1" u="sng" dirty="0" smtClean="0">
                <a:solidFill>
                  <a:schemeClr val="accent2"/>
                </a:solidFill>
              </a:rPr>
              <a:t>Нгиа</a:t>
            </a:r>
            <a:r>
              <a:rPr lang="vi-VN" u="sng" dirty="0" smtClean="0">
                <a:solidFill>
                  <a:schemeClr val="accent2"/>
                </a:solidFill>
              </a:rPr>
              <a:t> P3121</a:t>
            </a:r>
            <a:r>
              <a:rPr lang="ru-RU" u="sng" dirty="0" smtClean="0">
                <a:solidFill>
                  <a:schemeClr val="accent2"/>
                </a:solidFill>
              </a:rPr>
              <a:t> </a:t>
            </a:r>
            <a:endParaRPr lang="en-US" u="sng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"/>
          <p:cNvSpPr txBox="1">
            <a:spLocks noGrp="1"/>
          </p:cNvSpPr>
          <p:nvPr>
            <p:ph type="ctrTitle" idx="4294967295"/>
          </p:nvPr>
        </p:nvSpPr>
        <p:spPr>
          <a:xfrm>
            <a:off x="685800" y="1202438"/>
            <a:ext cx="43437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>
                <a:latin typeface="+mn-lt"/>
              </a:rPr>
              <a:t>3D </a:t>
            </a:r>
            <a:r>
              <a:rPr lang="ru-RU" dirty="0" smtClean="0">
                <a:latin typeface="+mn-lt"/>
              </a:rPr>
              <a:t>принтер</a:t>
            </a:r>
            <a:endParaRPr dirty="0">
              <a:latin typeface="+mn-lt"/>
            </a:endParaRPr>
          </a:p>
        </p:txBody>
      </p:sp>
      <p:sp>
        <p:nvSpPr>
          <p:cNvPr id="380" name="Google Shape;380;p14"/>
          <p:cNvSpPr txBox="1">
            <a:spLocks noGrp="1"/>
          </p:cNvSpPr>
          <p:nvPr>
            <p:ph type="subTitle" idx="4294967295"/>
          </p:nvPr>
        </p:nvSpPr>
        <p:spPr>
          <a:xfrm>
            <a:off x="283535" y="2021059"/>
            <a:ext cx="4745965" cy="19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>
              <a:buFont typeface="Wingdings" panose="05000000000000000000" pitchFamily="2" charset="2"/>
              <a:buChar char="Ø"/>
            </a:pPr>
            <a:r>
              <a:rPr lang="ru-RU" b="1" dirty="0" smtClean="0">
                <a:solidFill>
                  <a:schemeClr val="accent2"/>
                </a:solidFill>
              </a:rPr>
              <a:t>является </a:t>
            </a:r>
            <a:r>
              <a:rPr lang="ru-RU" b="1" dirty="0">
                <a:solidFill>
                  <a:schemeClr val="accent2"/>
                </a:solidFill>
              </a:rPr>
              <a:t>устройством, которое создаёт трехмерные (3D) объекты из </a:t>
            </a:r>
            <a:r>
              <a:rPr lang="ru-RU" b="1" dirty="0" smtClean="0">
                <a:solidFill>
                  <a:schemeClr val="accent2"/>
                </a:solidFill>
              </a:rPr>
              <a:t>данных</a:t>
            </a:r>
          </a:p>
          <a:p>
            <a:pPr marL="342900"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accent2"/>
                </a:solidFill>
              </a:rPr>
              <a:t>был создан Чаком Халлом </a:t>
            </a:r>
            <a:r>
              <a:rPr lang="ru-RU" b="1" dirty="0" smtClean="0">
                <a:solidFill>
                  <a:schemeClr val="accent2"/>
                </a:solidFill>
              </a:rPr>
              <a:t>(</a:t>
            </a:r>
            <a:r>
              <a:rPr lang="vi-VN" b="1" dirty="0" smtClean="0">
                <a:solidFill>
                  <a:schemeClr val="accent2"/>
                </a:solidFill>
              </a:rPr>
              <a:t>Chuck Hull</a:t>
            </a:r>
            <a:r>
              <a:rPr lang="ru-RU" b="1" dirty="0" smtClean="0">
                <a:solidFill>
                  <a:schemeClr val="accent2"/>
                </a:solidFill>
              </a:rPr>
              <a:t>) в </a:t>
            </a:r>
            <a:r>
              <a:rPr lang="ru-RU" b="1" dirty="0">
                <a:solidFill>
                  <a:schemeClr val="accent2"/>
                </a:solidFill>
              </a:rPr>
              <a:t>1983 году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381" name="Google Shape;381;p1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1</a:t>
            </a:r>
            <a:endParaRPr dirty="0"/>
          </a:p>
        </p:txBody>
      </p:sp>
      <p:pic>
        <p:nvPicPr>
          <p:cNvPr id="2050" name="Picture 2" descr="Charles W. Hull - 3D printing (stereolithography) - YouTub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7" b="5776"/>
          <a:stretch/>
        </p:blipFill>
        <p:spPr bwMode="auto">
          <a:xfrm>
            <a:off x="5029500" y="1041991"/>
            <a:ext cx="3985182" cy="3026736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650491" y="4127967"/>
            <a:ext cx="2743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dirty="0" smtClean="0">
                <a:solidFill>
                  <a:schemeClr val="accent2"/>
                </a:solidFill>
                <a:latin typeface="Bahnschrift SemiBold Condensed" panose="020B0502040204020203" pitchFamily="34" charset="0"/>
              </a:rPr>
              <a:t>Chuck Hull</a:t>
            </a:r>
            <a:endParaRPr lang="en-US" sz="3200" dirty="0">
              <a:solidFill>
                <a:schemeClr val="accent2"/>
              </a:solidFill>
              <a:latin typeface="Bahnschrift SemiBold Condensed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0"/>
          <p:cNvSpPr txBox="1">
            <a:spLocks noGrp="1"/>
          </p:cNvSpPr>
          <p:nvPr>
            <p:ph type="title"/>
          </p:nvPr>
        </p:nvSpPr>
        <p:spPr>
          <a:xfrm>
            <a:off x="379227" y="641042"/>
            <a:ext cx="8828567" cy="67030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vi-VN" dirty="0">
                <a:latin typeface="+mn-lt"/>
              </a:rPr>
              <a:t>3D </a:t>
            </a:r>
            <a:r>
              <a:rPr lang="ru-RU" dirty="0" smtClean="0">
                <a:latin typeface="+mn-lt"/>
              </a:rPr>
              <a:t>принтер </a:t>
            </a:r>
            <a:r>
              <a:rPr lang="ru-RU" sz="2800" dirty="0">
                <a:latin typeface="+mn-lt"/>
              </a:rPr>
              <a:t>используется для </a:t>
            </a:r>
            <a:endParaRPr sz="2800" dirty="0">
              <a:latin typeface="+mn-lt"/>
            </a:endParaRPr>
          </a:p>
        </p:txBody>
      </p:sp>
      <p:sp>
        <p:nvSpPr>
          <p:cNvPr id="998" name="Google Shape;998;p20"/>
          <p:cNvSpPr txBox="1">
            <a:spLocks noGrp="1"/>
          </p:cNvSpPr>
          <p:nvPr>
            <p:ph type="body" idx="1"/>
          </p:nvPr>
        </p:nvSpPr>
        <p:spPr>
          <a:xfrm>
            <a:off x="116958" y="4147039"/>
            <a:ext cx="3250019" cy="52771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indent="0">
              <a:buNone/>
            </a:pPr>
            <a:r>
              <a:rPr lang="ru-RU" b="1" dirty="0" smtClean="0">
                <a:solidFill>
                  <a:schemeClr val="accent2"/>
                </a:solidFill>
              </a:rPr>
              <a:t>создания </a:t>
            </a:r>
            <a:r>
              <a:rPr lang="ru-RU" b="1" dirty="0">
                <a:solidFill>
                  <a:schemeClr val="accent2"/>
                </a:solidFill>
              </a:rPr>
              <a:t>модели объектов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99" name="Google Shape;999;p20"/>
          <p:cNvSpPr txBox="1">
            <a:spLocks noGrp="1"/>
          </p:cNvSpPr>
          <p:nvPr>
            <p:ph type="body" idx="2"/>
          </p:nvPr>
        </p:nvSpPr>
        <p:spPr>
          <a:xfrm>
            <a:off x="3366977" y="4147039"/>
            <a:ext cx="2563500" cy="4426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accent2"/>
                </a:solidFill>
              </a:rPr>
              <a:t>товарного производства</a:t>
            </a:r>
            <a:endParaRPr lang="en-US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accent2"/>
              </a:solidFill>
            </a:endParaRPr>
          </a:p>
        </p:txBody>
      </p:sp>
      <p:sp>
        <p:nvSpPr>
          <p:cNvPr id="1000" name="Google Shape;1000;p20"/>
          <p:cNvSpPr txBox="1">
            <a:spLocks noGrp="1"/>
          </p:cNvSpPr>
          <p:nvPr>
            <p:ph type="body" idx="3"/>
          </p:nvPr>
        </p:nvSpPr>
        <p:spPr>
          <a:xfrm>
            <a:off x="6274789" y="4147039"/>
            <a:ext cx="2982625" cy="47809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ru-RU" b="1" dirty="0">
                <a:solidFill>
                  <a:schemeClr val="accent2"/>
                </a:solidFill>
              </a:rPr>
              <a:t>человеческого творчества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001" name="Google Shape;1001;p2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5698" r="26046"/>
          <a:stretch/>
        </p:blipFill>
        <p:spPr>
          <a:xfrm>
            <a:off x="379227" y="1362245"/>
            <a:ext cx="2345359" cy="27338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24904" t="-500" r="26209" b="500"/>
          <a:stretch/>
        </p:blipFill>
        <p:spPr>
          <a:xfrm>
            <a:off x="3554196" y="1310341"/>
            <a:ext cx="2189062" cy="28366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5333" t="2813" r="29739" b="4317"/>
          <a:stretch/>
        </p:blipFill>
        <p:spPr>
          <a:xfrm>
            <a:off x="6393712" y="1311349"/>
            <a:ext cx="2332074" cy="28356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1"/>
          <p:cNvSpPr txBox="1">
            <a:spLocks noGrp="1"/>
          </p:cNvSpPr>
          <p:nvPr>
            <p:ph type="body" idx="1"/>
          </p:nvPr>
        </p:nvSpPr>
        <p:spPr>
          <a:xfrm>
            <a:off x="329607" y="602885"/>
            <a:ext cx="8319417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+mn-lt"/>
              </a:rPr>
              <a:t>3D-принтер </a:t>
            </a:r>
            <a:r>
              <a:rPr lang="ru-RU" dirty="0">
                <a:solidFill>
                  <a:schemeClr val="accent2"/>
                </a:solidFill>
                <a:latin typeface="+mn-lt"/>
              </a:rPr>
              <a:t>используется людьми, которые любят </a:t>
            </a:r>
            <a:r>
              <a:rPr lang="ru-RU" dirty="0" smtClean="0">
                <a:solidFill>
                  <a:schemeClr val="accent2"/>
                </a:solidFill>
                <a:latin typeface="+mn-lt"/>
              </a:rPr>
              <a:t>творчество</a:t>
            </a:r>
            <a:endParaRPr lang="vi-VN" dirty="0" smtClean="0">
              <a:solidFill>
                <a:schemeClr val="accent2"/>
              </a:solidFill>
              <a:latin typeface="+mn-lt"/>
            </a:endParaRPr>
          </a:p>
          <a:p>
            <a:endParaRPr lang="vi-VN" b="1" dirty="0"/>
          </a:p>
          <a:p>
            <a:endParaRPr lang="vi-VN" b="1" dirty="0" smtClean="0"/>
          </a:p>
          <a:p>
            <a:endParaRPr lang="vi-VN" b="1" dirty="0"/>
          </a:p>
          <a:p>
            <a:endParaRPr lang="en-US" dirty="0"/>
          </a:p>
        </p:txBody>
      </p:sp>
      <p:sp>
        <p:nvSpPr>
          <p:cNvPr id="1009" name="Google Shape;1009;p2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3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17" y="1453110"/>
            <a:ext cx="2412292" cy="1610669"/>
          </a:xfrm>
          <a:prstGeom prst="round2Diag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35609" t="12196"/>
          <a:stretch/>
        </p:blipFill>
        <p:spPr>
          <a:xfrm>
            <a:off x="3375119" y="1453112"/>
            <a:ext cx="2412292" cy="1610669"/>
          </a:xfrm>
          <a:prstGeom prst="round2Same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/>
          <a:srcRect l="11698" t="8475" r="2558" b="5614"/>
          <a:stretch/>
        </p:blipFill>
        <p:spPr>
          <a:xfrm>
            <a:off x="6085159" y="1453111"/>
            <a:ext cx="2412293" cy="1610669"/>
          </a:xfrm>
          <a:prstGeom prst="round2Diag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5423" y="3459126"/>
            <a:ext cx="8510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accent2"/>
                </a:solidFill>
              </a:rPr>
              <a:t>3D-принтер </a:t>
            </a:r>
            <a:r>
              <a:rPr lang="ru-RU" sz="2000" dirty="0">
                <a:solidFill>
                  <a:schemeClr val="accent2"/>
                </a:solidFill>
              </a:rPr>
              <a:t>используется везде, можно дома, в лабораториях, на заводах и даже в университетах.</a:t>
            </a:r>
            <a:endParaRPr lang="en-US" sz="2000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0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vi-VN" dirty="0">
                <a:latin typeface="+mn-lt"/>
              </a:rPr>
              <a:t>3D </a:t>
            </a:r>
            <a:r>
              <a:rPr lang="ru-RU" dirty="0">
                <a:latin typeface="+mn-lt"/>
              </a:rPr>
              <a:t>принтер</a:t>
            </a:r>
            <a:endParaRPr dirty="0">
              <a:latin typeface="+mn-lt"/>
            </a:endParaRPr>
          </a:p>
        </p:txBody>
      </p:sp>
      <p:sp>
        <p:nvSpPr>
          <p:cNvPr id="998" name="Google Shape;998;p20"/>
          <p:cNvSpPr txBox="1">
            <a:spLocks noGrp="1"/>
          </p:cNvSpPr>
          <p:nvPr>
            <p:ph type="body" idx="1"/>
          </p:nvPr>
        </p:nvSpPr>
        <p:spPr>
          <a:xfrm>
            <a:off x="457200" y="1308177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b="1" dirty="0">
                <a:solidFill>
                  <a:schemeClr val="accent2"/>
                </a:solidFill>
              </a:rPr>
              <a:t>Это устройство ускоряющее скорость исследования и преподавания.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99" name="Google Shape;999;p20"/>
          <p:cNvSpPr txBox="1">
            <a:spLocks noGrp="1"/>
          </p:cNvSpPr>
          <p:nvPr>
            <p:ph type="body" idx="2"/>
          </p:nvPr>
        </p:nvSpPr>
        <p:spPr>
          <a:xfrm>
            <a:off x="3277650" y="1308177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b="1" dirty="0">
                <a:solidFill>
                  <a:schemeClr val="accent2"/>
                </a:solidFill>
              </a:rPr>
              <a:t>Это устройство улучшающее </a:t>
            </a:r>
            <a:r>
              <a:rPr lang="ru-RU" b="1" dirty="0" smtClean="0">
                <a:solidFill>
                  <a:schemeClr val="accent2"/>
                </a:solidFill>
              </a:rPr>
              <a:t>качество </a:t>
            </a:r>
            <a:r>
              <a:rPr lang="ru-RU" b="1" dirty="0">
                <a:solidFill>
                  <a:schemeClr val="accent2"/>
                </a:solidFill>
              </a:rPr>
              <a:t>жизни человека.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000" name="Google Shape;1000;p20"/>
          <p:cNvSpPr txBox="1">
            <a:spLocks noGrp="1"/>
          </p:cNvSpPr>
          <p:nvPr>
            <p:ph type="body" idx="3"/>
          </p:nvPr>
        </p:nvSpPr>
        <p:spPr>
          <a:xfrm>
            <a:off x="6098100" y="1308177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b="1" dirty="0">
                <a:solidFill>
                  <a:schemeClr val="accent2"/>
                </a:solidFill>
              </a:rPr>
              <a:t>Это устройство повышающее производство товаров на заводах.</a:t>
            </a:r>
            <a:endParaRPr lang="en-US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1" name="Google Shape;1001;p2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4</a:t>
            </a:r>
            <a:endParaRPr dirty="0"/>
          </a:p>
        </p:txBody>
      </p:sp>
      <p:pic>
        <p:nvPicPr>
          <p:cNvPr id="1026" name="Picture 2" descr="Mô hình bộ xương người 45c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2" t="97" r="15233" b="-191"/>
          <a:stretch/>
        </p:blipFill>
        <p:spPr bwMode="auto">
          <a:xfrm>
            <a:off x="569368" y="2822415"/>
            <a:ext cx="2339164" cy="204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r="42394"/>
          <a:stretch/>
        </p:blipFill>
        <p:spPr>
          <a:xfrm>
            <a:off x="3645991" y="2822415"/>
            <a:ext cx="2060149" cy="20478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/>
          <a:srcRect l="33558" t="25081" r="10132"/>
          <a:stretch/>
        </p:blipFill>
        <p:spPr>
          <a:xfrm>
            <a:off x="6472011" y="2822415"/>
            <a:ext cx="2048539" cy="204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66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5</a:t>
            </a:r>
            <a:endParaRPr dirty="0"/>
          </a:p>
        </p:txBody>
      </p:sp>
      <p:sp>
        <p:nvSpPr>
          <p:cNvPr id="114" name="Google Shape;742;p18"/>
          <p:cNvSpPr txBox="1">
            <a:spLocks/>
          </p:cNvSpPr>
          <p:nvPr/>
        </p:nvSpPr>
        <p:spPr>
          <a:xfrm>
            <a:off x="1828800" y="4251778"/>
            <a:ext cx="5691963" cy="507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>
              <a:buNone/>
            </a:pPr>
            <a:r>
              <a:rPr lang="vi-VN" sz="2400" dirty="0" smtClean="0">
                <a:solidFill>
                  <a:schemeClr val="accent2"/>
                </a:solidFill>
                <a:latin typeface="+mn-lt"/>
              </a:rPr>
              <a:t>3D-</a:t>
            </a:r>
            <a:r>
              <a:rPr lang="ru-RU" sz="2400" dirty="0" smtClean="0">
                <a:solidFill>
                  <a:schemeClr val="accent2"/>
                </a:solidFill>
                <a:latin typeface="+mn-lt"/>
              </a:rPr>
              <a:t>принтер </a:t>
            </a:r>
            <a:r>
              <a:rPr lang="vi-VN" sz="2400" dirty="0" smtClean="0">
                <a:solidFill>
                  <a:schemeClr val="accent2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ru-RU" sz="2400" dirty="0" smtClean="0">
                <a:solidFill>
                  <a:schemeClr val="accent2"/>
                </a:solidFill>
                <a:latin typeface="+mn-lt"/>
              </a:rPr>
              <a:t>Игрушки </a:t>
            </a:r>
            <a:r>
              <a:rPr lang="vi-VN" sz="2400" dirty="0" smtClean="0">
                <a:solidFill>
                  <a:schemeClr val="accent2"/>
                </a:solidFill>
                <a:latin typeface="+mn-lt"/>
              </a:rPr>
              <a:t>&amp; </a:t>
            </a:r>
            <a:r>
              <a:rPr lang="ru-RU" sz="2400" dirty="0" smtClean="0">
                <a:solidFill>
                  <a:schemeClr val="accent2"/>
                </a:solidFill>
                <a:latin typeface="+mn-lt"/>
              </a:rPr>
              <a:t>украшения</a:t>
            </a:r>
            <a:endParaRPr lang="ru-RU" sz="2400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359" y="354419"/>
            <a:ext cx="6356054" cy="37436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0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vi-VN" dirty="0">
                <a:latin typeface="+mn-lt"/>
              </a:rPr>
              <a:t>3D </a:t>
            </a:r>
            <a:r>
              <a:rPr lang="ru-RU" dirty="0">
                <a:latin typeface="+mn-lt"/>
              </a:rPr>
              <a:t>принтер</a:t>
            </a:r>
            <a:endParaRPr dirty="0">
              <a:latin typeface="+mn-lt"/>
            </a:endParaRPr>
          </a:p>
        </p:txBody>
      </p:sp>
      <p:sp>
        <p:nvSpPr>
          <p:cNvPr id="998" name="Google Shape;998;p20"/>
          <p:cNvSpPr txBox="1">
            <a:spLocks noGrp="1"/>
          </p:cNvSpPr>
          <p:nvPr>
            <p:ph type="body" idx="1"/>
          </p:nvPr>
        </p:nvSpPr>
        <p:spPr>
          <a:xfrm>
            <a:off x="563799" y="1670951"/>
            <a:ext cx="3942189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b="1" dirty="0">
                <a:solidFill>
                  <a:schemeClr val="accent2"/>
                </a:solidFill>
              </a:rPr>
              <a:t>Производство </a:t>
            </a:r>
            <a:r>
              <a:rPr lang="ru-RU" b="1" dirty="0" smtClean="0">
                <a:solidFill>
                  <a:schemeClr val="accent2"/>
                </a:solidFill>
              </a:rPr>
              <a:t>вредоносной </a:t>
            </a:r>
            <a:r>
              <a:rPr lang="ru-RU" b="1" dirty="0">
                <a:solidFill>
                  <a:schemeClr val="accent2"/>
                </a:solidFill>
              </a:rPr>
              <a:t>продукции: оружия и др.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000" name="Google Shape;1000;p20"/>
          <p:cNvSpPr txBox="1">
            <a:spLocks noGrp="1"/>
          </p:cNvSpPr>
          <p:nvPr>
            <p:ph type="body" idx="3"/>
          </p:nvPr>
        </p:nvSpPr>
        <p:spPr>
          <a:xfrm>
            <a:off x="5262369" y="1670951"/>
            <a:ext cx="3529618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b="1" dirty="0">
                <a:solidFill>
                  <a:schemeClr val="accent2"/>
                </a:solidFill>
              </a:rPr>
              <a:t>Проблемы авторского права</a:t>
            </a:r>
            <a:endParaRPr dirty="0"/>
          </a:p>
        </p:txBody>
      </p:sp>
      <p:sp>
        <p:nvSpPr>
          <p:cNvPr id="1001" name="Google Shape;1001;p2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4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4" y="2390876"/>
            <a:ext cx="3135715" cy="20963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951" y="2390876"/>
            <a:ext cx="3144455" cy="209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4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2"/>
          <p:cNvSpPr txBox="1">
            <a:spLocks noGrp="1"/>
          </p:cNvSpPr>
          <p:nvPr>
            <p:ph type="title" idx="4294967295"/>
          </p:nvPr>
        </p:nvSpPr>
        <p:spPr>
          <a:xfrm>
            <a:off x="381000" y="381000"/>
            <a:ext cx="4754100" cy="101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0" dirty="0" smtClean="0">
                <a:solidFill>
                  <a:schemeClr val="lt1"/>
                </a:solidFill>
                <a:highlight>
                  <a:schemeClr val="accent1"/>
                </a:highlight>
              </a:rPr>
              <a:t>Спасибо</a:t>
            </a:r>
            <a:endParaRPr sz="3000" b="0" dirty="0">
              <a:solidFill>
                <a:schemeClr val="lt1"/>
              </a:solidFill>
              <a:highlight>
                <a:schemeClr val="accen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 smtClean="0">
                <a:solidFill>
                  <a:schemeClr val="lt1"/>
                </a:solidFill>
                <a:highlight>
                  <a:schemeClr val="accent2"/>
                </a:highlight>
              </a:rPr>
              <a:t>За внимание !!!</a:t>
            </a:r>
            <a:endParaRPr sz="3000" dirty="0">
              <a:solidFill>
                <a:schemeClr val="lt1"/>
              </a:solidFill>
              <a:highlight>
                <a:schemeClr val="accent2"/>
              </a:highlight>
            </a:endParaRPr>
          </a:p>
        </p:txBody>
      </p:sp>
      <p:sp>
        <p:nvSpPr>
          <p:cNvPr id="1015" name="Google Shape;1015;p2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8</a:t>
            </a:fld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130</Words>
  <Application>Microsoft Office PowerPoint</Application>
  <PresentationFormat>On-screen Show (16:9)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Raleway Thin</vt:lpstr>
      <vt:lpstr>Bahnschrift SemiBold Condensed</vt:lpstr>
      <vt:lpstr>Barlow Light</vt:lpstr>
      <vt:lpstr>Wingdings</vt:lpstr>
      <vt:lpstr>Gaoler template</vt:lpstr>
      <vt:lpstr>3D принтер </vt:lpstr>
      <vt:lpstr>3D принтер</vt:lpstr>
      <vt:lpstr>3D принтер используется для </vt:lpstr>
      <vt:lpstr>PowerPoint Presentation</vt:lpstr>
      <vt:lpstr>3D принтер</vt:lpstr>
      <vt:lpstr>PowerPoint Presentation</vt:lpstr>
      <vt:lpstr>3D принтер</vt:lpstr>
      <vt:lpstr>Спасибо За внимание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принтер </dc:title>
  <cp:lastModifiedBy>Admin</cp:lastModifiedBy>
  <cp:revision>13</cp:revision>
  <dcterms:modified xsi:type="dcterms:W3CDTF">2023-12-19T09:25:29Z</dcterms:modified>
</cp:coreProperties>
</file>