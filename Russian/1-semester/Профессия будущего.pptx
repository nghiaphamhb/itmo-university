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7.jpg" ContentType="image/jpeg"/>
  <Override PartName="/ppt/media/image8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0" r:id="rId3"/>
    <p:sldId id="260" r:id="rId4"/>
    <p:sldId id="265" r:id="rId5"/>
    <p:sldId id="258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E89A0-CFF6-4B74-9F11-5364C45573C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B19CF-862E-4DAC-8AAD-74B0FF5A8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793F-42DA-B9DA-F7C4-A6CEAC1DE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5537E-DEE9-DDF9-09E6-CB81BD3EC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8013-88EC-ED0B-E1B2-17581FFE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85E3C-5EAA-CF69-F617-070AFC72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0365C-16BC-9EDA-95ED-322AEF16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6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ECB6-E696-5CE1-C9A4-6E46C50F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71584-A05D-FF7A-AEE3-85E916D06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9FA62-C029-FB93-4C3B-83B7D2ADB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B5C6F-DA7B-87AD-930F-728D58F6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3BBEA-05C6-71F1-F229-B5F6B013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65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FDA5-30F2-59DD-5FC4-E5446C04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D8A1F-200B-C3DA-DD30-0986C70DA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14624-BACD-0040-7AA1-56C8AC0F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E8AE9-5E35-7B6F-8F5B-53CEA573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7FCB2-A4E1-EDAD-05B6-D4817431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50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3351-F047-32EE-6609-8FDBD4A9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FE83D-9E41-7B79-3922-0CE059B95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37222-39BF-6B76-105C-738781BAD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7F299-657B-3128-6D1E-71D0AAB7F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0F77B-BB46-570A-D22D-D9CCED30B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64AB5-426C-B5AA-CDD2-8F3D6AD8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5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27B4-2BAA-70BD-6061-EEEDAEE68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24F8-3E8B-7515-9890-8AF3220C4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3979F-DA4B-1242-9BEE-BBD57E26D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1205C-AD35-0DCA-EF09-EA633E3F1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0660F-4BFA-2F98-51BF-FF5F427FD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111C6-47D2-7993-DDCD-7798F9CE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BBAE23-7092-0C2F-BFF3-9D8A0DE6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457596-2E0C-8CE7-ED26-1FC546E1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5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CF03-E401-961B-08ED-C8B6B942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8A1A9-88EF-BBB0-745C-C04992C21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514CD-F976-16F6-F9C5-F2CD6A4A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E747E-0764-133B-2957-8FEB09A4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1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DCE5ED-AFE3-995E-2D31-1B05BB909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03753-ABCB-AA0E-C928-404BF7E5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EB68A-826A-CDEA-A31F-945C67BD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05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E059-74C3-5431-1196-21FE4688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E8411-DB14-BBD9-FA2A-3B11AA35F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71A1E-7B5C-99CD-D9A3-CB518EF73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3386E-0810-BCF2-632E-88197E8F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B115B-7A4F-840D-8506-64AA0C8B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18FD7-FFB9-0B05-0262-192197B3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22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B02D-EA7E-A41E-35E2-C27C5B830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F81B5-45EB-BC46-B697-9A75C42BD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C7F9F-97DB-5F1C-D5BB-23CCF5AE1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E14AE-54F5-1595-41C2-C6DF7BBFC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9823F-DDC7-6A3B-C83A-0B4BEF3C4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A7D50-F713-132A-6E31-1555B40D6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9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50FF2-B4A0-8098-E040-FAFF42F9D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97916-EDE4-2BA0-99AF-5096F3D44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C3780-E249-4166-C8B6-4040719E3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73A23-0039-C9DC-B274-C1B70896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066AA-A22A-A0CC-7E05-4E6A6FB0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3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1EB87-7B67-5FAF-5D88-85BFBFAB5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9CE2E-955E-C872-AA36-7758B755A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3FF0F-02FE-7611-0AD4-5525D1A87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C26EF-732A-CB92-4C1A-38038D58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FE770-3696-FEC7-402F-70761FE2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4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5BDEF-525A-E707-C984-2BDB7819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4A8DF-65EE-17FC-0A2E-45897759B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D5B4-6E8D-B0E8-AE93-D3FF28959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219EF-47BC-45AF-8FA9-10C2406247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AFC9D-C90D-28C8-CF5F-305F54EE2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F0368-396A-77A9-F635-DAADA0564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9B1BB-887D-45B3-9A98-56FC3D10A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1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B680ACFB-35CE-3C47-4347-8995C5E1AF4E}"/>
              </a:ext>
            </a:extLst>
          </p:cNvPr>
          <p:cNvSpPr/>
          <p:nvPr/>
        </p:nvSpPr>
        <p:spPr>
          <a:xfrm flipH="1">
            <a:off x="5181091" y="2715079"/>
            <a:ext cx="7010909" cy="4244521"/>
          </a:xfrm>
          <a:custGeom>
            <a:avLst/>
            <a:gdLst/>
            <a:ahLst/>
            <a:cxnLst/>
            <a:rect l="l" t="t" r="r" b="b"/>
            <a:pathLst>
              <a:path w="7010909" h="4244521">
                <a:moveTo>
                  <a:pt x="7010909" y="0"/>
                </a:moveTo>
                <a:lnTo>
                  <a:pt x="0" y="0"/>
                </a:lnTo>
                <a:lnTo>
                  <a:pt x="0" y="4244521"/>
                </a:lnTo>
                <a:lnTo>
                  <a:pt x="7010909" y="4244521"/>
                </a:lnTo>
                <a:lnTo>
                  <a:pt x="70109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4B8DC331-ECBD-6FDF-A3E1-5C817879C12A}"/>
              </a:ext>
            </a:extLst>
          </p:cNvPr>
          <p:cNvSpPr/>
          <p:nvPr/>
        </p:nvSpPr>
        <p:spPr>
          <a:xfrm flipV="1">
            <a:off x="0" y="0"/>
            <a:ext cx="4601612" cy="4532083"/>
          </a:xfrm>
          <a:custGeom>
            <a:avLst/>
            <a:gdLst/>
            <a:ahLst/>
            <a:cxnLst/>
            <a:rect l="l" t="t" r="r" b="b"/>
            <a:pathLst>
              <a:path w="4601612" h="4532083">
                <a:moveTo>
                  <a:pt x="0" y="4532083"/>
                </a:moveTo>
                <a:lnTo>
                  <a:pt x="4601612" y="4532083"/>
                </a:lnTo>
                <a:lnTo>
                  <a:pt x="4601612" y="0"/>
                </a:lnTo>
                <a:lnTo>
                  <a:pt x="0" y="0"/>
                </a:lnTo>
                <a:lnTo>
                  <a:pt x="0" y="4532083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152039" r="-148438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91C400-F3C4-7460-6A65-B0964725FA64}"/>
              </a:ext>
            </a:extLst>
          </p:cNvPr>
          <p:cNvGrpSpPr/>
          <p:nvPr/>
        </p:nvGrpSpPr>
        <p:grpSpPr>
          <a:xfrm>
            <a:off x="4458499" y="294232"/>
            <a:ext cx="5969759" cy="2162437"/>
            <a:chOff x="4446495" y="190192"/>
            <a:chExt cx="5969759" cy="216243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774F6A-0CC1-4ECF-6C01-0081C33A97D4}"/>
                </a:ext>
              </a:extLst>
            </p:cNvPr>
            <p:cNvSpPr txBox="1"/>
            <p:nvPr/>
          </p:nvSpPr>
          <p:spPr>
            <a:xfrm>
              <a:off x="4446495" y="190192"/>
              <a:ext cx="5969759" cy="17851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6600" b="1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Программная</a:t>
              </a:r>
              <a:r>
                <a:rPr lang="ru-RU" sz="4400" b="1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 Инженерия </a:t>
              </a:r>
              <a:endParaRPr lang="en-US" sz="44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1B6509-912F-F888-7734-D96402E4282D}"/>
                </a:ext>
              </a:extLst>
            </p:cNvPr>
            <p:cNvSpPr txBox="1"/>
            <p:nvPr/>
          </p:nvSpPr>
          <p:spPr>
            <a:xfrm>
              <a:off x="4676672" y="1952519"/>
              <a:ext cx="56525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2000" b="1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Профессия будущего</a:t>
              </a:r>
              <a:endParaRPr lang="en-US" sz="2000" b="1" i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AA0AA9-9C40-6068-0A39-759515B124E9}"/>
              </a:ext>
            </a:extLst>
          </p:cNvPr>
          <p:cNvGrpSpPr/>
          <p:nvPr/>
        </p:nvGrpSpPr>
        <p:grpSpPr>
          <a:xfrm>
            <a:off x="9518534" y="4171146"/>
            <a:ext cx="589421" cy="346884"/>
            <a:chOff x="5433320" y="1086161"/>
            <a:chExt cx="906346" cy="533400"/>
          </a:xfrm>
          <a:solidFill>
            <a:schemeClr val="bg1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4B90AC-3563-5E38-5CB0-FA158852727B}"/>
                </a:ext>
              </a:extLst>
            </p:cNvPr>
            <p:cNvSpPr/>
            <p:nvPr/>
          </p:nvSpPr>
          <p:spPr>
            <a:xfrm rot="18962008">
              <a:off x="5433320" y="1086161"/>
              <a:ext cx="53340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4091CA-082E-06B1-FBA8-9002F156C271}"/>
                </a:ext>
              </a:extLst>
            </p:cNvPr>
            <p:cNvSpPr/>
            <p:nvPr/>
          </p:nvSpPr>
          <p:spPr>
            <a:xfrm rot="18962008">
              <a:off x="5806266" y="1086161"/>
              <a:ext cx="53340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5E7CF3-A301-DEA1-6170-C2C82792DED0}"/>
              </a:ext>
            </a:extLst>
          </p:cNvPr>
          <p:cNvGrpSpPr/>
          <p:nvPr/>
        </p:nvGrpSpPr>
        <p:grpSpPr>
          <a:xfrm>
            <a:off x="542967" y="5726740"/>
            <a:ext cx="756920" cy="445460"/>
            <a:chOff x="6712629" y="1078540"/>
            <a:chExt cx="906346" cy="533400"/>
          </a:xfrm>
          <a:solidFill>
            <a:srgbClr val="FF0000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1318F36-B191-0642-9D60-2BABFBBD3A52}"/>
                </a:ext>
              </a:extLst>
            </p:cNvPr>
            <p:cNvSpPr/>
            <p:nvPr/>
          </p:nvSpPr>
          <p:spPr>
            <a:xfrm rot="18962008">
              <a:off x="6712629" y="1078540"/>
              <a:ext cx="53340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3D2ADC-DD1A-3D1B-BCB1-7110D9B294D1}"/>
                </a:ext>
              </a:extLst>
            </p:cNvPr>
            <p:cNvSpPr/>
            <p:nvPr/>
          </p:nvSpPr>
          <p:spPr>
            <a:xfrm rot="18962008">
              <a:off x="7085575" y="1078540"/>
              <a:ext cx="53340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94B9622-BAB6-3208-FF15-3D0C99EDE730}"/>
              </a:ext>
            </a:extLst>
          </p:cNvPr>
          <p:cNvGrpSpPr/>
          <p:nvPr/>
        </p:nvGrpSpPr>
        <p:grpSpPr>
          <a:xfrm>
            <a:off x="5723059" y="4837339"/>
            <a:ext cx="589421" cy="346884"/>
            <a:chOff x="5433320" y="1086161"/>
            <a:chExt cx="906346" cy="533400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4A62C0F-6FD8-E97A-536A-5FB63CA583B1}"/>
                </a:ext>
              </a:extLst>
            </p:cNvPr>
            <p:cNvSpPr/>
            <p:nvPr/>
          </p:nvSpPr>
          <p:spPr>
            <a:xfrm rot="18962008">
              <a:off x="5433320" y="1086161"/>
              <a:ext cx="53340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888B961-DA65-1A2D-D14C-7B8432A083E1}"/>
                </a:ext>
              </a:extLst>
            </p:cNvPr>
            <p:cNvSpPr/>
            <p:nvPr/>
          </p:nvSpPr>
          <p:spPr>
            <a:xfrm rot="18962008">
              <a:off x="5806266" y="1086161"/>
              <a:ext cx="53340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495" y="2771468"/>
            <a:ext cx="8042928" cy="27993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2656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8">
            <a:extLst>
              <a:ext uri="{FF2B5EF4-FFF2-40B4-BE49-F238E27FC236}">
                <a16:creationId xmlns:a16="http://schemas.microsoft.com/office/drawing/2014/main" id="{A5512FBA-EF1A-F7D9-A48E-F64C2528D4B6}"/>
              </a:ext>
            </a:extLst>
          </p:cNvPr>
          <p:cNvSpPr/>
          <p:nvPr/>
        </p:nvSpPr>
        <p:spPr>
          <a:xfrm>
            <a:off x="1423246" y="0"/>
            <a:ext cx="4908430" cy="3343075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rgbClr val="FF1616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Freeform 9">
            <a:extLst>
              <a:ext uri="{FF2B5EF4-FFF2-40B4-BE49-F238E27FC236}">
                <a16:creationId xmlns:a16="http://schemas.microsoft.com/office/drawing/2014/main" id="{7353BF8C-7E42-E4B7-F28F-699B24206F25}"/>
              </a:ext>
            </a:extLst>
          </p:cNvPr>
          <p:cNvSpPr/>
          <p:nvPr/>
        </p:nvSpPr>
        <p:spPr>
          <a:xfrm>
            <a:off x="1423246" y="0"/>
            <a:ext cx="4908430" cy="3343075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4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5C5BD8E8-9106-01A2-7C43-4E4609AFB008}"/>
              </a:ext>
            </a:extLst>
          </p:cNvPr>
          <p:cNvSpPr/>
          <p:nvPr/>
        </p:nvSpPr>
        <p:spPr>
          <a:xfrm>
            <a:off x="2156207" y="0"/>
            <a:ext cx="4908430" cy="3343075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rgbClr val="AC1929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Freeform 12">
            <a:extLst>
              <a:ext uri="{FF2B5EF4-FFF2-40B4-BE49-F238E27FC236}">
                <a16:creationId xmlns:a16="http://schemas.microsoft.com/office/drawing/2014/main" id="{2BDB1562-FB2B-A943-8C3D-87C112BDC425}"/>
              </a:ext>
            </a:extLst>
          </p:cNvPr>
          <p:cNvSpPr/>
          <p:nvPr/>
        </p:nvSpPr>
        <p:spPr>
          <a:xfrm>
            <a:off x="2156207" y="0"/>
            <a:ext cx="4908430" cy="3343075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14">
            <a:extLst>
              <a:ext uri="{FF2B5EF4-FFF2-40B4-BE49-F238E27FC236}">
                <a16:creationId xmlns:a16="http://schemas.microsoft.com/office/drawing/2014/main" id="{0A37F925-F765-B8DF-AF9D-7266498CBF08}"/>
              </a:ext>
            </a:extLst>
          </p:cNvPr>
          <p:cNvSpPr/>
          <p:nvPr/>
        </p:nvSpPr>
        <p:spPr>
          <a:xfrm>
            <a:off x="237991" y="3571285"/>
            <a:ext cx="4908430" cy="3343075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rgbClr val="FF1616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Freeform 15">
            <a:extLst>
              <a:ext uri="{FF2B5EF4-FFF2-40B4-BE49-F238E27FC236}">
                <a16:creationId xmlns:a16="http://schemas.microsoft.com/office/drawing/2014/main" id="{B683CAC3-3F7D-03BB-4D04-0187697A9701}"/>
              </a:ext>
            </a:extLst>
          </p:cNvPr>
          <p:cNvSpPr/>
          <p:nvPr/>
        </p:nvSpPr>
        <p:spPr>
          <a:xfrm>
            <a:off x="237991" y="3571285"/>
            <a:ext cx="4908430" cy="3343075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4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1D283376-F450-C41D-A22A-7A1CAD556A71}"/>
              </a:ext>
            </a:extLst>
          </p:cNvPr>
          <p:cNvSpPr/>
          <p:nvPr/>
        </p:nvSpPr>
        <p:spPr>
          <a:xfrm>
            <a:off x="-774272" y="3571285"/>
            <a:ext cx="4908430" cy="3343075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rgbClr val="AC1929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7928E030-D18C-9782-9137-C87767CA1052}"/>
              </a:ext>
            </a:extLst>
          </p:cNvPr>
          <p:cNvSpPr/>
          <p:nvPr/>
        </p:nvSpPr>
        <p:spPr>
          <a:xfrm>
            <a:off x="-774272" y="3571285"/>
            <a:ext cx="4908430" cy="3343075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356DE7EB-A5C3-3EC8-2D08-7BE4154633D2}"/>
              </a:ext>
            </a:extLst>
          </p:cNvPr>
          <p:cNvSpPr/>
          <p:nvPr/>
        </p:nvSpPr>
        <p:spPr>
          <a:xfrm>
            <a:off x="705314" y="901641"/>
            <a:ext cx="5111078" cy="5111078"/>
          </a:xfrm>
          <a:custGeom>
            <a:avLst/>
            <a:gdLst/>
            <a:ahLst/>
            <a:cxnLst/>
            <a:rect l="l" t="t" r="r" b="b"/>
            <a:pathLst>
              <a:path w="7604125" h="7604125">
                <a:moveTo>
                  <a:pt x="0" y="0"/>
                </a:moveTo>
                <a:lnTo>
                  <a:pt x="7604125" y="0"/>
                </a:lnTo>
                <a:lnTo>
                  <a:pt x="7604125" y="7604124"/>
                </a:lnTo>
                <a:lnTo>
                  <a:pt x="0" y="7604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1">
            <a:extLst>
              <a:ext uri="{FF2B5EF4-FFF2-40B4-BE49-F238E27FC236}">
                <a16:creationId xmlns:a16="http://schemas.microsoft.com/office/drawing/2014/main" id="{ECBC2640-36AB-E8EB-052B-5899966B49F9}"/>
              </a:ext>
            </a:extLst>
          </p:cNvPr>
          <p:cNvSpPr/>
          <p:nvPr/>
        </p:nvSpPr>
        <p:spPr>
          <a:xfrm>
            <a:off x="1062298" y="1264237"/>
            <a:ext cx="4397109" cy="439710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</a:path>
            </a:pathLst>
          </a:cu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53633260-3AEA-ADB3-5BC2-58E8B7C42293}"/>
              </a:ext>
            </a:extLst>
          </p:cNvPr>
          <p:cNvSpPr/>
          <p:nvPr/>
        </p:nvSpPr>
        <p:spPr>
          <a:xfrm>
            <a:off x="591240" y="5662736"/>
            <a:ext cx="471058" cy="548539"/>
          </a:xfrm>
          <a:custGeom>
            <a:avLst/>
            <a:gdLst/>
            <a:ahLst/>
            <a:cxnLst/>
            <a:rect l="l" t="t" r="r" b="b"/>
            <a:pathLst>
              <a:path w="700828" h="816102">
                <a:moveTo>
                  <a:pt x="0" y="0"/>
                </a:moveTo>
                <a:lnTo>
                  <a:pt x="700828" y="0"/>
                </a:lnTo>
                <a:lnTo>
                  <a:pt x="700828" y="816102"/>
                </a:lnTo>
                <a:lnTo>
                  <a:pt x="0" y="816102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33">
            <a:extLst>
              <a:ext uri="{FF2B5EF4-FFF2-40B4-BE49-F238E27FC236}">
                <a16:creationId xmlns:a16="http://schemas.microsoft.com/office/drawing/2014/main" id="{D36D8777-AA0F-E0C9-9F10-7C3CC95ACD94}"/>
              </a:ext>
            </a:extLst>
          </p:cNvPr>
          <p:cNvSpPr/>
          <p:nvPr/>
        </p:nvSpPr>
        <p:spPr>
          <a:xfrm>
            <a:off x="5159225" y="1045751"/>
            <a:ext cx="471058" cy="548539"/>
          </a:xfrm>
          <a:custGeom>
            <a:avLst/>
            <a:gdLst/>
            <a:ahLst/>
            <a:cxnLst/>
            <a:rect l="l" t="t" r="r" b="b"/>
            <a:pathLst>
              <a:path w="700828" h="816102">
                <a:moveTo>
                  <a:pt x="0" y="0"/>
                </a:moveTo>
                <a:lnTo>
                  <a:pt x="700828" y="0"/>
                </a:lnTo>
                <a:lnTo>
                  <a:pt x="700828" y="816102"/>
                </a:lnTo>
                <a:lnTo>
                  <a:pt x="0" y="816102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081BB3E-4012-6EBC-95C6-2F14D009B764}"/>
              </a:ext>
            </a:extLst>
          </p:cNvPr>
          <p:cNvGrpSpPr/>
          <p:nvPr/>
        </p:nvGrpSpPr>
        <p:grpSpPr>
          <a:xfrm>
            <a:off x="6700563" y="1071372"/>
            <a:ext cx="4758692" cy="4847481"/>
            <a:chOff x="6479828" y="1043381"/>
            <a:chExt cx="4758692" cy="484748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4D42B03-0057-1D13-57AF-5D568058A062}"/>
                </a:ext>
              </a:extLst>
            </p:cNvPr>
            <p:cNvSpPr txBox="1"/>
            <p:nvPr/>
          </p:nvSpPr>
          <p:spPr>
            <a:xfrm>
              <a:off x="6479828" y="2243710"/>
              <a:ext cx="4758692" cy="36471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Программная </a:t>
              </a:r>
              <a:r>
                <a:rPr lang="ru-RU" sz="1400" b="1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инженерия</a:t>
              </a:r>
              <a:r>
                <a:rPr lang="ru-RU" sz="1400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- Это </a:t>
              </a: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область информационных технологий, которая занимается разработкой, проектированием, тестированием, управлением и поддержкой программного </a:t>
              </a:r>
              <a:r>
                <a:rPr lang="ru-RU" sz="1400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обеспечения.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b="1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Программные </a:t>
              </a:r>
              <a:r>
                <a:rPr lang="ru-RU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инженеры </a:t>
              </a:r>
              <a:r>
                <a:rPr lang="en-US" sz="1400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-</a:t>
              </a:r>
              <a:r>
                <a:rPr lang="ru-RU" sz="1400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Это </a:t>
              </a:r>
              <a:r>
                <a:rPr lang="en-US" sz="1400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c</a:t>
              </a:r>
              <a:r>
                <a:rPr lang="ru-RU" sz="1400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пециалист</a:t>
              </a: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ы</a:t>
              </a:r>
              <a:r>
                <a:rPr lang="ru-RU" sz="1400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, </a:t>
              </a: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которые применяют инженерные принципы и методы к разработке программного обеспечения, чтобы создавать качественное, надежное и эффективное программное обеспечение.</a:t>
              </a:r>
              <a:endParaRPr lang="en-US" sz="1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5BE9846-C4B3-C038-FF64-58C7BCBDB4E2}"/>
                </a:ext>
              </a:extLst>
            </p:cNvPr>
            <p:cNvSpPr txBox="1"/>
            <p:nvPr/>
          </p:nvSpPr>
          <p:spPr>
            <a:xfrm>
              <a:off x="6558047" y="1043381"/>
              <a:ext cx="4296865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3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Программная Инженерия 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67570DD-4E58-E7A0-1B24-2E00E802C8E1}"/>
              </a:ext>
            </a:extLst>
          </p:cNvPr>
          <p:cNvGrpSpPr/>
          <p:nvPr/>
        </p:nvGrpSpPr>
        <p:grpSpPr>
          <a:xfrm>
            <a:off x="4653109" y="5988545"/>
            <a:ext cx="756920" cy="445460"/>
            <a:chOff x="6712629" y="1078540"/>
            <a:chExt cx="906346" cy="533400"/>
          </a:xfrm>
          <a:solidFill>
            <a:srgbClr val="FF0000"/>
          </a:solidFill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FE9EF0E-5FD0-B88E-C063-EDAB759E2B93}"/>
                </a:ext>
              </a:extLst>
            </p:cNvPr>
            <p:cNvSpPr/>
            <p:nvPr/>
          </p:nvSpPr>
          <p:spPr>
            <a:xfrm rot="18962008">
              <a:off x="6712629" y="1078540"/>
              <a:ext cx="53340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36933F2-09D7-24EC-9377-2C8B9CE4AB97}"/>
                </a:ext>
              </a:extLst>
            </p:cNvPr>
            <p:cNvSpPr/>
            <p:nvPr/>
          </p:nvSpPr>
          <p:spPr>
            <a:xfrm rot="18962008">
              <a:off x="7085575" y="1078540"/>
              <a:ext cx="533400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C856122-B9EB-42F0-3607-3F65F09C9279}"/>
              </a:ext>
            </a:extLst>
          </p:cNvPr>
          <p:cNvGrpSpPr/>
          <p:nvPr/>
        </p:nvGrpSpPr>
        <p:grpSpPr>
          <a:xfrm>
            <a:off x="10926357" y="160499"/>
            <a:ext cx="1068142" cy="736571"/>
            <a:chOff x="10926357" y="160499"/>
            <a:chExt cx="1068142" cy="736571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5364E8-BCC9-67DB-51FE-FB97D51BC14E}"/>
                </a:ext>
              </a:extLst>
            </p:cNvPr>
            <p:cNvGrpSpPr/>
            <p:nvPr/>
          </p:nvGrpSpPr>
          <p:grpSpPr>
            <a:xfrm>
              <a:off x="11876512" y="160499"/>
              <a:ext cx="117987" cy="736571"/>
              <a:chOff x="11836756" y="157098"/>
              <a:chExt cx="117987" cy="736571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9032F8FB-00D5-36D7-D1E8-1E3A1A80E832}"/>
                  </a:ext>
                </a:extLst>
              </p:cNvPr>
              <p:cNvSpPr/>
              <p:nvPr/>
            </p:nvSpPr>
            <p:spPr>
              <a:xfrm>
                <a:off x="11836756" y="15709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68F7674-01D6-7F8A-CFC4-F80FCF999E13}"/>
                  </a:ext>
                </a:extLst>
              </p:cNvPr>
              <p:cNvSpPr/>
              <p:nvPr/>
            </p:nvSpPr>
            <p:spPr>
              <a:xfrm>
                <a:off x="11836756" y="363293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D1ADC0E7-EA88-9CD9-13EE-A741F34A9FFF}"/>
                  </a:ext>
                </a:extLst>
              </p:cNvPr>
              <p:cNvSpPr/>
              <p:nvPr/>
            </p:nvSpPr>
            <p:spPr>
              <a:xfrm>
                <a:off x="11836756" y="56948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5984CA6-30AB-D19D-AC43-36BDECA66E8D}"/>
                  </a:ext>
                </a:extLst>
              </p:cNvPr>
              <p:cNvSpPr/>
              <p:nvPr/>
            </p:nvSpPr>
            <p:spPr>
              <a:xfrm>
                <a:off x="11836756" y="775682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BDE7A91-EF06-C36D-F770-3C2381FB7B26}"/>
                </a:ext>
              </a:extLst>
            </p:cNvPr>
            <p:cNvGrpSpPr/>
            <p:nvPr/>
          </p:nvGrpSpPr>
          <p:grpSpPr>
            <a:xfrm>
              <a:off x="11677730" y="160499"/>
              <a:ext cx="117987" cy="736571"/>
              <a:chOff x="11836756" y="157098"/>
              <a:chExt cx="117987" cy="736571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EE299B6-CFD3-518F-E2F3-E566DD1EA88C}"/>
                  </a:ext>
                </a:extLst>
              </p:cNvPr>
              <p:cNvSpPr/>
              <p:nvPr/>
            </p:nvSpPr>
            <p:spPr>
              <a:xfrm>
                <a:off x="11836756" y="15709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8813379-4D92-AEE9-DC06-706F39E4C303}"/>
                  </a:ext>
                </a:extLst>
              </p:cNvPr>
              <p:cNvSpPr/>
              <p:nvPr/>
            </p:nvSpPr>
            <p:spPr>
              <a:xfrm>
                <a:off x="11836756" y="363293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849C1C9A-6FDB-3461-A1DC-4925801430CF}"/>
                  </a:ext>
                </a:extLst>
              </p:cNvPr>
              <p:cNvSpPr/>
              <p:nvPr/>
            </p:nvSpPr>
            <p:spPr>
              <a:xfrm>
                <a:off x="11836756" y="56948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2306F5E7-A17C-7AD7-54AF-0623C3D0BD9E}"/>
                  </a:ext>
                </a:extLst>
              </p:cNvPr>
              <p:cNvSpPr/>
              <p:nvPr/>
            </p:nvSpPr>
            <p:spPr>
              <a:xfrm>
                <a:off x="11836756" y="775682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A91CE8C8-879E-78F2-14A8-4B28DB549E42}"/>
                </a:ext>
              </a:extLst>
            </p:cNvPr>
            <p:cNvSpPr/>
            <p:nvPr/>
          </p:nvSpPr>
          <p:spPr>
            <a:xfrm>
              <a:off x="10926357" y="269636"/>
              <a:ext cx="606505" cy="60650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0" t="106" r="19784" b="203"/>
          <a:stretch/>
        </p:blipFill>
        <p:spPr>
          <a:xfrm>
            <a:off x="1054359" y="1101012"/>
            <a:ext cx="4385388" cy="45719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7411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450" y="3621621"/>
            <a:ext cx="5897006" cy="30861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6E939F7-3982-D2CC-206C-1414242B6651}"/>
              </a:ext>
            </a:extLst>
          </p:cNvPr>
          <p:cNvGrpSpPr/>
          <p:nvPr/>
        </p:nvGrpSpPr>
        <p:grpSpPr>
          <a:xfrm>
            <a:off x="304129" y="338344"/>
            <a:ext cx="1068142" cy="736571"/>
            <a:chOff x="10926357" y="160499"/>
            <a:chExt cx="1068142" cy="73657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3BD4FA1-BD22-972F-E139-77D7706B98DF}"/>
                </a:ext>
              </a:extLst>
            </p:cNvPr>
            <p:cNvGrpSpPr/>
            <p:nvPr/>
          </p:nvGrpSpPr>
          <p:grpSpPr>
            <a:xfrm>
              <a:off x="11876512" y="160499"/>
              <a:ext cx="117987" cy="736571"/>
              <a:chOff x="11836756" y="157098"/>
              <a:chExt cx="117987" cy="736571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BA4754B-9F4C-1CA7-C61F-C06B16EA4D7A}"/>
                  </a:ext>
                </a:extLst>
              </p:cNvPr>
              <p:cNvSpPr/>
              <p:nvPr/>
            </p:nvSpPr>
            <p:spPr>
              <a:xfrm>
                <a:off x="11836756" y="15709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6021B48-A430-524F-E2AA-29AEF0E1A7A5}"/>
                  </a:ext>
                </a:extLst>
              </p:cNvPr>
              <p:cNvSpPr/>
              <p:nvPr/>
            </p:nvSpPr>
            <p:spPr>
              <a:xfrm>
                <a:off x="11836756" y="363293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144DB67-79E3-6723-AAF2-E0EC46967F84}"/>
                  </a:ext>
                </a:extLst>
              </p:cNvPr>
              <p:cNvSpPr/>
              <p:nvPr/>
            </p:nvSpPr>
            <p:spPr>
              <a:xfrm>
                <a:off x="11836756" y="56948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5D5F632-AB28-1AE1-432A-48B8DDF72FB3}"/>
                  </a:ext>
                </a:extLst>
              </p:cNvPr>
              <p:cNvSpPr/>
              <p:nvPr/>
            </p:nvSpPr>
            <p:spPr>
              <a:xfrm>
                <a:off x="11836756" y="775682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7481326-7D03-29EB-2A89-647E4203AD76}"/>
                </a:ext>
              </a:extLst>
            </p:cNvPr>
            <p:cNvGrpSpPr/>
            <p:nvPr/>
          </p:nvGrpSpPr>
          <p:grpSpPr>
            <a:xfrm>
              <a:off x="11677730" y="160499"/>
              <a:ext cx="117987" cy="736571"/>
              <a:chOff x="11836756" y="157098"/>
              <a:chExt cx="117987" cy="73657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0297A57-5B94-DB86-0F09-390D1CFE4463}"/>
                  </a:ext>
                </a:extLst>
              </p:cNvPr>
              <p:cNvSpPr/>
              <p:nvPr/>
            </p:nvSpPr>
            <p:spPr>
              <a:xfrm>
                <a:off x="11836756" y="15709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CBBFD25-1A33-4692-EC0B-769CB7F8749A}"/>
                  </a:ext>
                </a:extLst>
              </p:cNvPr>
              <p:cNvSpPr/>
              <p:nvPr/>
            </p:nvSpPr>
            <p:spPr>
              <a:xfrm>
                <a:off x="11836756" y="363293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73AECFD-3947-E5A4-2632-97748843BF1B}"/>
                  </a:ext>
                </a:extLst>
              </p:cNvPr>
              <p:cNvSpPr/>
              <p:nvPr/>
            </p:nvSpPr>
            <p:spPr>
              <a:xfrm>
                <a:off x="11836756" y="56948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40742F3-4843-552F-2EFA-881FB6693220}"/>
                  </a:ext>
                </a:extLst>
              </p:cNvPr>
              <p:cNvSpPr/>
              <p:nvPr/>
            </p:nvSpPr>
            <p:spPr>
              <a:xfrm>
                <a:off x="11836756" y="775682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798E91F-FB55-9578-A85C-C6BBEE677DB4}"/>
                </a:ext>
              </a:extLst>
            </p:cNvPr>
            <p:cNvSpPr/>
            <p:nvPr/>
          </p:nvSpPr>
          <p:spPr>
            <a:xfrm>
              <a:off x="10926357" y="269636"/>
              <a:ext cx="606505" cy="60650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Freeform 4">
            <a:extLst>
              <a:ext uri="{FF2B5EF4-FFF2-40B4-BE49-F238E27FC236}">
                <a16:creationId xmlns:a16="http://schemas.microsoft.com/office/drawing/2014/main" id="{9B3907B5-E039-6648-E144-810C23A60EE2}"/>
              </a:ext>
            </a:extLst>
          </p:cNvPr>
          <p:cNvSpPr/>
          <p:nvPr/>
        </p:nvSpPr>
        <p:spPr>
          <a:xfrm>
            <a:off x="2269190" y="-2258394"/>
            <a:ext cx="4569815" cy="3112448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Freeform 7">
            <a:extLst>
              <a:ext uri="{FF2B5EF4-FFF2-40B4-BE49-F238E27FC236}">
                <a16:creationId xmlns:a16="http://schemas.microsoft.com/office/drawing/2014/main" id="{71D5AD1D-37EB-D6BE-590F-73C559DDD04A}"/>
              </a:ext>
            </a:extLst>
          </p:cNvPr>
          <p:cNvSpPr/>
          <p:nvPr/>
        </p:nvSpPr>
        <p:spPr>
          <a:xfrm>
            <a:off x="2951586" y="-2258394"/>
            <a:ext cx="4569815" cy="3112448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Freeform 10">
            <a:extLst>
              <a:ext uri="{FF2B5EF4-FFF2-40B4-BE49-F238E27FC236}">
                <a16:creationId xmlns:a16="http://schemas.microsoft.com/office/drawing/2014/main" id="{D5B56743-2AB9-63D4-FD66-765ADE1EC954}"/>
              </a:ext>
            </a:extLst>
          </p:cNvPr>
          <p:cNvSpPr/>
          <p:nvPr/>
        </p:nvSpPr>
        <p:spPr>
          <a:xfrm>
            <a:off x="-1813922" y="6003946"/>
            <a:ext cx="4569815" cy="3112448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CB6EEDA2-7C1A-DD43-8B7A-8D4E66994381}"/>
              </a:ext>
            </a:extLst>
          </p:cNvPr>
          <p:cNvSpPr/>
          <p:nvPr/>
        </p:nvSpPr>
        <p:spPr>
          <a:xfrm>
            <a:off x="-1131526" y="6003946"/>
            <a:ext cx="4569815" cy="3112448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20" name="Group 15">
            <a:extLst>
              <a:ext uri="{FF2B5EF4-FFF2-40B4-BE49-F238E27FC236}">
                <a16:creationId xmlns:a16="http://schemas.microsoft.com/office/drawing/2014/main" id="{CCA99973-5A0E-DDB7-13C8-545DC2DE534A}"/>
              </a:ext>
            </a:extLst>
          </p:cNvPr>
          <p:cNvGrpSpPr>
            <a:grpSpLocks noChangeAspect="1"/>
          </p:cNvGrpSpPr>
          <p:nvPr/>
        </p:nvGrpSpPr>
        <p:grpSpPr>
          <a:xfrm>
            <a:off x="168448" y="1360703"/>
            <a:ext cx="5051725" cy="3440672"/>
            <a:chOff x="0" y="0"/>
            <a:chExt cx="5475623" cy="3729384"/>
          </a:xfrm>
        </p:grpSpPr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E5B3101D-5EBE-60E0-4E6D-75822372E21C}"/>
                </a:ext>
              </a:extLst>
            </p:cNvPr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F20303B2-5CC0-2E37-36DC-054B33E086C4}"/>
                </a:ext>
              </a:extLst>
            </p:cNvPr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FF161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Freeform 22">
            <a:extLst>
              <a:ext uri="{FF2B5EF4-FFF2-40B4-BE49-F238E27FC236}">
                <a16:creationId xmlns:a16="http://schemas.microsoft.com/office/drawing/2014/main" id="{65121F6C-3DE3-478F-C168-7939724B521E}"/>
              </a:ext>
            </a:extLst>
          </p:cNvPr>
          <p:cNvSpPr/>
          <p:nvPr/>
        </p:nvSpPr>
        <p:spPr>
          <a:xfrm>
            <a:off x="9510877" y="4123697"/>
            <a:ext cx="5307844" cy="3615112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rgbClr val="AC1929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Freeform 23">
            <a:extLst>
              <a:ext uri="{FF2B5EF4-FFF2-40B4-BE49-F238E27FC236}">
                <a16:creationId xmlns:a16="http://schemas.microsoft.com/office/drawing/2014/main" id="{3FF1993F-3C1A-04F2-B3E9-D38AC56AEF65}"/>
              </a:ext>
            </a:extLst>
          </p:cNvPr>
          <p:cNvSpPr/>
          <p:nvPr/>
        </p:nvSpPr>
        <p:spPr>
          <a:xfrm>
            <a:off x="9510877" y="4123697"/>
            <a:ext cx="5307844" cy="3615112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5">
            <a:extLst>
              <a:ext uri="{FF2B5EF4-FFF2-40B4-BE49-F238E27FC236}">
                <a16:creationId xmlns:a16="http://schemas.microsoft.com/office/drawing/2014/main" id="{1BDD97D4-FC35-CF09-743B-88F5FC03499B}"/>
              </a:ext>
            </a:extLst>
          </p:cNvPr>
          <p:cNvSpPr/>
          <p:nvPr/>
        </p:nvSpPr>
        <p:spPr>
          <a:xfrm>
            <a:off x="812184" y="5482403"/>
            <a:ext cx="438562" cy="510698"/>
          </a:xfrm>
          <a:custGeom>
            <a:avLst/>
            <a:gdLst/>
            <a:ahLst/>
            <a:cxnLst/>
            <a:rect l="l" t="t" r="r" b="b"/>
            <a:pathLst>
              <a:path w="700828" h="816102">
                <a:moveTo>
                  <a:pt x="0" y="0"/>
                </a:moveTo>
                <a:lnTo>
                  <a:pt x="700828" y="0"/>
                </a:lnTo>
                <a:lnTo>
                  <a:pt x="700828" y="816102"/>
                </a:lnTo>
                <a:lnTo>
                  <a:pt x="0" y="81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9F230B41-DB70-AA20-D7FC-A88B32F24280}"/>
              </a:ext>
            </a:extLst>
          </p:cNvPr>
          <p:cNvSpPr/>
          <p:nvPr/>
        </p:nvSpPr>
        <p:spPr>
          <a:xfrm>
            <a:off x="10502825" y="210318"/>
            <a:ext cx="438562" cy="510698"/>
          </a:xfrm>
          <a:custGeom>
            <a:avLst/>
            <a:gdLst/>
            <a:ahLst/>
            <a:cxnLst/>
            <a:rect l="l" t="t" r="r" b="b"/>
            <a:pathLst>
              <a:path w="700828" h="816102">
                <a:moveTo>
                  <a:pt x="0" y="0"/>
                </a:moveTo>
                <a:lnTo>
                  <a:pt x="700828" y="0"/>
                </a:lnTo>
                <a:lnTo>
                  <a:pt x="700828" y="816102"/>
                </a:lnTo>
                <a:lnTo>
                  <a:pt x="0" y="81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D27B33C-F583-A626-473A-6BFAEED0A5E7}"/>
              </a:ext>
            </a:extLst>
          </p:cNvPr>
          <p:cNvGrpSpPr/>
          <p:nvPr/>
        </p:nvGrpSpPr>
        <p:grpSpPr>
          <a:xfrm>
            <a:off x="304129" y="2112012"/>
            <a:ext cx="10926537" cy="1569660"/>
            <a:chOff x="-266885" y="2411538"/>
            <a:chExt cx="10926537" cy="156966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B36C141-8F57-93D0-85D7-8B6252BEC544}"/>
                </a:ext>
              </a:extLst>
            </p:cNvPr>
            <p:cNvSpPr txBox="1"/>
            <p:nvPr/>
          </p:nvSpPr>
          <p:spPr>
            <a:xfrm>
              <a:off x="5351808" y="3341051"/>
              <a:ext cx="5307844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1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553E981-B1CA-8EF5-D839-F6D243ADFF26}"/>
                </a:ext>
              </a:extLst>
            </p:cNvPr>
            <p:cNvSpPr txBox="1"/>
            <p:nvPr/>
          </p:nvSpPr>
          <p:spPr>
            <a:xfrm>
              <a:off x="-266885" y="2411538"/>
              <a:ext cx="5739663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3200" b="1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Чем занимаются </a:t>
              </a:r>
              <a:r>
                <a:rPr lang="ru-RU" sz="3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Программные </a:t>
              </a:r>
              <a:r>
                <a:rPr lang="ru-RU" sz="3200" b="1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инженеры?</a:t>
              </a:r>
            </a:p>
            <a:p>
              <a:r>
                <a:rPr lang="ru-RU" sz="3200" b="1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endParaRPr lang="en-US" sz="32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922822" y="896046"/>
            <a:ext cx="54247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1. Анализ требований</a:t>
            </a: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2. Проектировани</a:t>
            </a: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3. Разработка</a:t>
            </a: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4. Тестирование</a:t>
            </a: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5. Управление проектом</a:t>
            </a: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6. Поддержка и обновление</a:t>
            </a: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7. Контроль качества</a:t>
            </a:r>
            <a:endParaRPr lang="en-US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95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0098" y="0"/>
            <a:ext cx="9190653" cy="6892990"/>
          </a:xfrm>
          <a:prstGeom prst="rect">
            <a:avLst/>
          </a:prstGeom>
        </p:spPr>
      </p:pic>
      <p:sp>
        <p:nvSpPr>
          <p:cNvPr id="18" name="Freeform 4">
            <a:extLst>
              <a:ext uri="{FF2B5EF4-FFF2-40B4-BE49-F238E27FC236}">
                <a16:creationId xmlns:a16="http://schemas.microsoft.com/office/drawing/2014/main" id="{272F6B9C-9DE2-DAE2-8680-5D0F30A1382F}"/>
              </a:ext>
            </a:extLst>
          </p:cNvPr>
          <p:cNvSpPr/>
          <p:nvPr/>
        </p:nvSpPr>
        <p:spPr>
          <a:xfrm>
            <a:off x="493395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812800" h="609600">
                <a:moveTo>
                  <a:pt x="203200" y="0"/>
                </a:moveTo>
                <a:lnTo>
                  <a:pt x="8128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203200" y="0"/>
                </a:lnTo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76881EC6-02FC-172B-58A9-AAE8EE6554F0}"/>
              </a:ext>
            </a:extLst>
          </p:cNvPr>
          <p:cNvSpPr txBox="1"/>
          <p:nvPr/>
        </p:nvSpPr>
        <p:spPr>
          <a:xfrm>
            <a:off x="6515100" y="-428625"/>
            <a:ext cx="6858000" cy="728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88FA2AA3-CB5D-3B35-D6D5-CCF6BFA0634B}"/>
              </a:ext>
            </a:extLst>
          </p:cNvPr>
          <p:cNvSpPr/>
          <p:nvPr/>
        </p:nvSpPr>
        <p:spPr>
          <a:xfrm>
            <a:off x="5138538" y="132745"/>
            <a:ext cx="8734824" cy="6760245"/>
          </a:xfrm>
          <a:custGeom>
            <a:avLst/>
            <a:gdLst/>
            <a:ahLst/>
            <a:cxnLst/>
            <a:rect l="l" t="t" r="r" b="b"/>
            <a:pathLst>
              <a:path w="787656" h="609600">
                <a:moveTo>
                  <a:pt x="203200" y="0"/>
                </a:moveTo>
                <a:lnTo>
                  <a:pt x="787656" y="0"/>
                </a:lnTo>
                <a:lnTo>
                  <a:pt x="584456" y="609600"/>
                </a:lnTo>
                <a:lnTo>
                  <a:pt x="0" y="609600"/>
                </a:lnTo>
                <a:lnTo>
                  <a:pt x="203200" y="0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43D8909A-A93D-B964-4522-83AC466A9D40}"/>
              </a:ext>
            </a:extLst>
          </p:cNvPr>
          <p:cNvSpPr txBox="1"/>
          <p:nvPr/>
        </p:nvSpPr>
        <p:spPr>
          <a:xfrm>
            <a:off x="6840616" y="-422515"/>
            <a:ext cx="6760246" cy="71827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D9707C-6F6C-E842-8C05-80C24E799114}"/>
              </a:ext>
            </a:extLst>
          </p:cNvPr>
          <p:cNvGrpSpPr/>
          <p:nvPr/>
        </p:nvGrpSpPr>
        <p:grpSpPr>
          <a:xfrm>
            <a:off x="7229061" y="333872"/>
            <a:ext cx="5125073" cy="3870339"/>
            <a:chOff x="7229061" y="333872"/>
            <a:chExt cx="5125073" cy="387033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DE59F7-3298-F9C5-34DE-6542F77295CC}"/>
                </a:ext>
              </a:extLst>
            </p:cNvPr>
            <p:cNvSpPr txBox="1"/>
            <p:nvPr/>
          </p:nvSpPr>
          <p:spPr>
            <a:xfrm>
              <a:off x="7534065" y="333872"/>
              <a:ext cx="482006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b="1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Где могут работать п.инженеры?</a:t>
              </a:r>
              <a:endParaRPr lang="en-US" sz="2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0CE993-4B67-F8CE-81B5-E92E8EDBEEA8}"/>
                </a:ext>
              </a:extLst>
            </p:cNvPr>
            <p:cNvSpPr txBox="1"/>
            <p:nvPr/>
          </p:nvSpPr>
          <p:spPr>
            <a:xfrm>
              <a:off x="7229061" y="1230320"/>
              <a:ext cx="4963353" cy="2973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Информационные технологии (ИТ) компании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Финансовые учреждения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Здравоохранение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Автомобильная индустрия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Образование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Игровая индустрия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Государственные организации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Консалтинг и </a:t>
              </a:r>
              <a:r>
                <a:rPr lang="ru-RU" sz="1400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фриланс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ru-RU" sz="1400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И т.д...</a:t>
              </a:r>
              <a:endParaRPr lang="en-US" sz="1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9DE59F7-3298-F9C5-34DE-6542F77295CC}"/>
              </a:ext>
            </a:extLst>
          </p:cNvPr>
          <p:cNvSpPr txBox="1"/>
          <p:nvPr/>
        </p:nvSpPr>
        <p:spPr>
          <a:xfrm>
            <a:off x="6287338" y="4133365"/>
            <a:ext cx="64212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chemeClr val="bg1"/>
                </a:solidFill>
                <a:latin typeface="Montserrat" panose="00000500000000000000" pitchFamily="2" charset="0"/>
              </a:rPr>
              <a:t>Сколько могут зарабатывать п.инженеры?</a:t>
            </a:r>
            <a:endParaRPr lang="en-US" sz="28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CE993-4B67-F8CE-81B5-E92E8EDBEEA8}"/>
              </a:ext>
            </a:extLst>
          </p:cNvPr>
          <p:cNvSpPr txBox="1"/>
          <p:nvPr/>
        </p:nvSpPr>
        <p:spPr>
          <a:xfrm>
            <a:off x="5563438" y="5220217"/>
            <a:ext cx="61857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~</a:t>
            </a:r>
            <a:r>
              <a:rPr lang="en-US" sz="2400" b="1" dirty="0" smtClean="0">
                <a:solidFill>
                  <a:schemeClr val="bg1"/>
                </a:solidFill>
                <a:latin typeface="Montserrat" panose="00000500000000000000" pitchFamily="2" charset="0"/>
              </a:rPr>
              <a:t>$</a:t>
            </a: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83,000 </a:t>
            </a:r>
            <a:r>
              <a:rPr lang="en-US" sz="2400" b="1" dirty="0" smtClean="0">
                <a:solidFill>
                  <a:schemeClr val="bg1"/>
                </a:solidFill>
                <a:latin typeface="Montserrat" panose="00000500000000000000" pitchFamily="2" charset="0"/>
              </a:rPr>
              <a:t>USD</a:t>
            </a:r>
            <a:r>
              <a:rPr lang="vi-VN" sz="24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/</a:t>
            </a:r>
            <a:r>
              <a:rPr lang="ru-RU" sz="24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год</a:t>
            </a:r>
            <a:r>
              <a:rPr lang="vi-VN" sz="24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ru-RU" sz="24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или </a:t>
            </a:r>
          </a:p>
          <a:p>
            <a:pPr algn="ctr">
              <a:lnSpc>
                <a:spcPct val="150000"/>
              </a:lnSpc>
            </a:pPr>
            <a:r>
              <a:rPr lang="vi-VN" sz="2400" b="1" dirty="0" smtClean="0">
                <a:solidFill>
                  <a:schemeClr val="bg1"/>
                </a:solidFill>
                <a:latin typeface="Montserrat" panose="00000500000000000000" pitchFamily="2" charset="0"/>
              </a:rPr>
              <a:t>~$7000 USD</a:t>
            </a:r>
            <a:r>
              <a:rPr lang="ru-RU" sz="24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/месяц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36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9" r="29763" b="1971"/>
          <a:stretch/>
        </p:blipFill>
        <p:spPr>
          <a:xfrm>
            <a:off x="2299257" y="-47624"/>
            <a:ext cx="9892743" cy="68960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A4EDC9-3511-371F-E1FE-451C6C7CBDA6}"/>
              </a:ext>
            </a:extLst>
          </p:cNvPr>
          <p:cNvSpPr/>
          <p:nvPr/>
        </p:nvSpPr>
        <p:spPr>
          <a:xfrm flipH="1">
            <a:off x="-242596" y="-48650"/>
            <a:ext cx="8998639" cy="7587785"/>
          </a:xfrm>
          <a:prstGeom prst="rect">
            <a:avLst/>
          </a:prstGeom>
          <a:gradFill flip="none" rotWithShape="1">
            <a:gsLst>
              <a:gs pos="40000">
                <a:schemeClr val="bg1">
                  <a:alpha val="89000"/>
                </a:schemeClr>
              </a:gs>
              <a:gs pos="4000">
                <a:schemeClr val="bg1">
                  <a:alpha val="0"/>
                </a:schemeClr>
              </a:gs>
              <a:gs pos="68122">
                <a:srgbClr val="FFFFF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1C0BDBAD-C3DB-8CD7-39D6-E937B9936066}"/>
              </a:ext>
            </a:extLst>
          </p:cNvPr>
          <p:cNvSpPr/>
          <p:nvPr/>
        </p:nvSpPr>
        <p:spPr>
          <a:xfrm>
            <a:off x="3361066" y="-2403231"/>
            <a:ext cx="4759193" cy="3241431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294E36F-C19D-67FD-A114-20026ED54A82}"/>
              </a:ext>
            </a:extLst>
          </p:cNvPr>
          <p:cNvSpPr/>
          <p:nvPr/>
        </p:nvSpPr>
        <p:spPr>
          <a:xfrm>
            <a:off x="4071741" y="-2403231"/>
            <a:ext cx="4759193" cy="3241431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CE50ECAB-2725-294F-4954-9D33A71595C6}"/>
              </a:ext>
            </a:extLst>
          </p:cNvPr>
          <p:cNvSpPr/>
          <p:nvPr/>
        </p:nvSpPr>
        <p:spPr>
          <a:xfrm>
            <a:off x="6923091" y="5947851"/>
            <a:ext cx="4219695" cy="2873986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E847F923-6262-DDAC-B205-1963E8E4CA3E}"/>
              </a:ext>
            </a:extLst>
          </p:cNvPr>
          <p:cNvSpPr/>
          <p:nvPr/>
        </p:nvSpPr>
        <p:spPr>
          <a:xfrm>
            <a:off x="7553205" y="5947851"/>
            <a:ext cx="4219695" cy="2873986"/>
          </a:xfrm>
          <a:custGeom>
            <a:avLst/>
            <a:gdLst/>
            <a:ahLst/>
            <a:cxnLst/>
            <a:rect l="l" t="t" r="r" b="b"/>
            <a:pathLst>
              <a:path w="5475623" h="3729384">
                <a:moveTo>
                  <a:pt x="3322462" y="3729384"/>
                </a:moveTo>
                <a:lnTo>
                  <a:pt x="0" y="3729384"/>
                </a:lnTo>
                <a:lnTo>
                  <a:pt x="2153161" y="0"/>
                </a:lnTo>
                <a:lnTo>
                  <a:pt x="5475623" y="0"/>
                </a:lnTo>
                <a:lnTo>
                  <a:pt x="3322462" y="3729384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55FCDE0-0E70-C831-ABBE-8C4B106EA80A}"/>
              </a:ext>
            </a:extLst>
          </p:cNvPr>
          <p:cNvGrpSpPr/>
          <p:nvPr/>
        </p:nvGrpSpPr>
        <p:grpSpPr>
          <a:xfrm>
            <a:off x="704552" y="1067416"/>
            <a:ext cx="7860950" cy="4681670"/>
            <a:chOff x="358606" y="1017084"/>
            <a:chExt cx="7860950" cy="468167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F4F781-7407-1DE8-41CA-578902F1029A}"/>
                </a:ext>
              </a:extLst>
            </p:cNvPr>
            <p:cNvSpPr txBox="1"/>
            <p:nvPr/>
          </p:nvSpPr>
          <p:spPr>
            <a:xfrm>
              <a:off x="358606" y="1017084"/>
              <a:ext cx="786095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3600" b="1" i="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Montserrat" panose="00000500000000000000" pitchFamily="2" charset="0"/>
                </a:rPr>
                <a:t>Как можно получить </a:t>
              </a:r>
              <a:r>
                <a:rPr lang="ru-RU" sz="3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anose="00000500000000000000" pitchFamily="2" charset="0"/>
                </a:rPr>
                <a:t>э</a:t>
              </a:r>
              <a:r>
                <a:rPr lang="ru-RU" sz="3600" b="1" i="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Montserrat" panose="00000500000000000000" pitchFamily="2" charset="0"/>
                </a:rPr>
                <a:t>ту специальность? </a:t>
              </a:r>
              <a:r>
                <a:rPr lang="en-US" sz="3600" b="1" i="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Montserrat" panose="00000500000000000000" pitchFamily="2" charset="0"/>
                </a:rPr>
                <a:t> </a:t>
              </a:r>
              <a:endParaRPr lang="ru-RU" sz="3600" b="1" i="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endParaRPr>
            </a:p>
            <a:p>
              <a:r>
                <a:rPr lang="ru-RU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anose="00000500000000000000" pitchFamily="2" charset="0"/>
                </a:rPr>
                <a:t>Эта </a:t>
              </a:r>
              <a:r>
                <a:rPr lang="ru-RU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anose="00000500000000000000" pitchFamily="2" charset="0"/>
                </a:rPr>
                <a:t>профессия </a:t>
              </a:r>
              <a:r>
                <a:rPr lang="ru-RU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anose="00000500000000000000" pitchFamily="2" charset="0"/>
                </a:rPr>
                <a:t>требует: </a:t>
              </a:r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C1D9223-D354-A7B5-C65F-DDF07EAD8241}"/>
                </a:ext>
              </a:extLst>
            </p:cNvPr>
            <p:cNvGrpSpPr/>
            <p:nvPr/>
          </p:nvGrpSpPr>
          <p:grpSpPr>
            <a:xfrm>
              <a:off x="458116" y="2735471"/>
              <a:ext cx="5488914" cy="2963283"/>
              <a:chOff x="458116" y="2735471"/>
              <a:chExt cx="5488914" cy="296328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451979-7EF5-8ABA-5D71-A20541DE2850}"/>
                  </a:ext>
                </a:extLst>
              </p:cNvPr>
              <p:cNvSpPr txBox="1"/>
              <p:nvPr/>
            </p:nvSpPr>
            <p:spPr>
              <a:xfrm>
                <a:off x="739781" y="2735471"/>
                <a:ext cx="48323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anose="00000500000000000000" pitchFamily="2" charset="0"/>
                  </a:rPr>
                  <a:t>Знаний </a:t>
                </a:r>
                <a:r>
                  <a:rPr lang="ru-RU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anose="00000500000000000000" pitchFamily="2" charset="0"/>
                  </a:rPr>
                  <a:t>в области алгоритмов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40FB71-FAA4-81BC-3D0E-164F47DC8791}"/>
                  </a:ext>
                </a:extLst>
              </p:cNvPr>
              <p:cNvSpPr txBox="1"/>
              <p:nvPr/>
            </p:nvSpPr>
            <p:spPr>
              <a:xfrm>
                <a:off x="739781" y="3446233"/>
                <a:ext cx="48323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anose="00000500000000000000" pitchFamily="2" charset="0"/>
                  </a:rPr>
                  <a:t>Знаний </a:t>
                </a:r>
                <a:r>
                  <a:rPr lang="ru-RU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anose="00000500000000000000" pitchFamily="2" charset="0"/>
                  </a:rPr>
                  <a:t>в области структур данных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291BF6-8F44-B159-274A-B4BF0E2EB5BD}"/>
                  </a:ext>
                </a:extLst>
              </p:cNvPr>
              <p:cNvSpPr txBox="1"/>
              <p:nvPr/>
            </p:nvSpPr>
            <p:spPr>
              <a:xfrm>
                <a:off x="822761" y="4172484"/>
                <a:ext cx="31645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94C2395-5000-552F-8B8A-BF022286110A}"/>
                  </a:ext>
                </a:extLst>
              </p:cNvPr>
              <p:cNvSpPr txBox="1"/>
              <p:nvPr/>
            </p:nvSpPr>
            <p:spPr>
              <a:xfrm>
                <a:off x="739781" y="4867757"/>
                <a:ext cx="520724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anose="00000500000000000000" pitchFamily="2" charset="0"/>
                  </a:rPr>
                  <a:t>Навыков </a:t>
                </a:r>
                <a:r>
                  <a:rPr lang="ru-RU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anose="00000500000000000000" pitchFamily="2" charset="0"/>
                  </a:rPr>
                  <a:t>работы с разработческими инструментами и понимания </a:t>
                </a:r>
                <a:r>
                  <a:rPr lang="ru-RU" sz="1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anose="00000500000000000000" pitchFamily="2" charset="0"/>
                  </a:rPr>
                  <a:t>бизнес-процессов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5B3DB0C-F1A0-105E-55DE-E575716C52A9}"/>
                  </a:ext>
                </a:extLst>
              </p:cNvPr>
              <p:cNvGrpSpPr/>
              <p:nvPr/>
            </p:nvGrpSpPr>
            <p:grpSpPr>
              <a:xfrm>
                <a:off x="458116" y="2766450"/>
                <a:ext cx="277814" cy="276596"/>
                <a:chOff x="953513" y="1192782"/>
                <a:chExt cx="277814" cy="276596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86294BA3-6628-779F-FB98-A9241A323FC2}"/>
                    </a:ext>
                  </a:extLst>
                </p:cNvPr>
                <p:cNvSpPr/>
                <p:nvPr/>
              </p:nvSpPr>
              <p:spPr>
                <a:xfrm>
                  <a:off x="980285" y="1218945"/>
                  <a:ext cx="224271" cy="22427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Freeform 44">
                  <a:extLst>
                    <a:ext uri="{FF2B5EF4-FFF2-40B4-BE49-F238E27FC236}">
                      <a16:creationId xmlns:a16="http://schemas.microsoft.com/office/drawing/2014/main" id="{F51807A5-208F-B8C1-507C-8240105C4D4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rot="16200000">
                  <a:off x="954122" y="1192173"/>
                  <a:ext cx="276596" cy="277814"/>
                </a:xfrm>
                <a:custGeom>
                  <a:avLst/>
                  <a:gdLst>
                    <a:gd name="T0" fmla="*/ 48 w 96"/>
                    <a:gd name="T1" fmla="*/ 0 h 96"/>
                    <a:gd name="T2" fmla="*/ 0 w 96"/>
                    <a:gd name="T3" fmla="*/ 48 h 96"/>
                    <a:gd name="T4" fmla="*/ 48 w 96"/>
                    <a:gd name="T5" fmla="*/ 96 h 96"/>
                    <a:gd name="T6" fmla="*/ 96 w 96"/>
                    <a:gd name="T7" fmla="*/ 48 h 96"/>
                    <a:gd name="T8" fmla="*/ 48 w 96"/>
                    <a:gd name="T9" fmla="*/ 0 h 96"/>
                    <a:gd name="T10" fmla="*/ 76 w 96"/>
                    <a:gd name="T11" fmla="*/ 52 h 96"/>
                    <a:gd name="T12" fmla="*/ 52 w 96"/>
                    <a:gd name="T13" fmla="*/ 75 h 96"/>
                    <a:gd name="T14" fmla="*/ 48 w 96"/>
                    <a:gd name="T15" fmla="*/ 76 h 96"/>
                    <a:gd name="T16" fmla="*/ 44 w 96"/>
                    <a:gd name="T17" fmla="*/ 75 h 96"/>
                    <a:gd name="T18" fmla="*/ 20 w 96"/>
                    <a:gd name="T19" fmla="*/ 53 h 96"/>
                    <a:gd name="T20" fmla="*/ 19 w 96"/>
                    <a:gd name="T21" fmla="*/ 49 h 96"/>
                    <a:gd name="T22" fmla="*/ 20 w 96"/>
                    <a:gd name="T23" fmla="*/ 44 h 96"/>
                    <a:gd name="T24" fmla="*/ 22 w 96"/>
                    <a:gd name="T25" fmla="*/ 43 h 96"/>
                    <a:gd name="T26" fmla="*/ 30 w 96"/>
                    <a:gd name="T27" fmla="*/ 43 h 96"/>
                    <a:gd name="T28" fmla="*/ 40 w 96"/>
                    <a:gd name="T29" fmla="*/ 52 h 96"/>
                    <a:gd name="T30" fmla="*/ 40 w 96"/>
                    <a:gd name="T31" fmla="*/ 22 h 96"/>
                    <a:gd name="T32" fmla="*/ 46 w 96"/>
                    <a:gd name="T33" fmla="*/ 16 h 96"/>
                    <a:gd name="T34" fmla="*/ 50 w 96"/>
                    <a:gd name="T35" fmla="*/ 16 h 96"/>
                    <a:gd name="T36" fmla="*/ 56 w 96"/>
                    <a:gd name="T37" fmla="*/ 22 h 96"/>
                    <a:gd name="T38" fmla="*/ 56 w 96"/>
                    <a:gd name="T39" fmla="*/ 52 h 96"/>
                    <a:gd name="T40" fmla="*/ 66 w 96"/>
                    <a:gd name="T41" fmla="*/ 42 h 96"/>
                    <a:gd name="T42" fmla="*/ 75 w 96"/>
                    <a:gd name="T43" fmla="*/ 43 h 96"/>
                    <a:gd name="T44" fmla="*/ 76 w 96"/>
                    <a:gd name="T45" fmla="*/ 44 h 96"/>
                    <a:gd name="T46" fmla="*/ 77 w 96"/>
                    <a:gd name="T47" fmla="*/ 48 h 96"/>
                    <a:gd name="T48" fmla="*/ 76 w 96"/>
                    <a:gd name="T49" fmla="*/ 52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96" h="96">
                      <a:moveTo>
                        <a:pt x="48" y="0"/>
                      </a:moveTo>
                      <a:cubicBezTo>
                        <a:pt x="22" y="0"/>
                        <a:pt x="0" y="22"/>
                        <a:pt x="0" y="48"/>
                      </a:cubicBezTo>
                      <a:cubicBezTo>
                        <a:pt x="0" y="74"/>
                        <a:pt x="22" y="96"/>
                        <a:pt x="48" y="96"/>
                      </a:cubicBezTo>
                      <a:cubicBezTo>
                        <a:pt x="75" y="96"/>
                        <a:pt x="96" y="74"/>
                        <a:pt x="96" y="48"/>
                      </a:cubicBezTo>
                      <a:cubicBezTo>
                        <a:pt x="96" y="22"/>
                        <a:pt x="75" y="0"/>
                        <a:pt x="48" y="0"/>
                      </a:cubicBezTo>
                      <a:close/>
                      <a:moveTo>
                        <a:pt x="76" y="52"/>
                      </a:moveTo>
                      <a:cubicBezTo>
                        <a:pt x="52" y="75"/>
                        <a:pt x="52" y="75"/>
                        <a:pt x="52" y="75"/>
                      </a:cubicBezTo>
                      <a:cubicBezTo>
                        <a:pt x="51" y="76"/>
                        <a:pt x="50" y="76"/>
                        <a:pt x="48" y="76"/>
                      </a:cubicBezTo>
                      <a:cubicBezTo>
                        <a:pt x="46" y="76"/>
                        <a:pt x="45" y="76"/>
                        <a:pt x="44" y="75"/>
                      </a:cubicBezTo>
                      <a:cubicBezTo>
                        <a:pt x="20" y="53"/>
                        <a:pt x="20" y="53"/>
                        <a:pt x="20" y="53"/>
                      </a:cubicBezTo>
                      <a:cubicBezTo>
                        <a:pt x="19" y="52"/>
                        <a:pt x="19" y="50"/>
                        <a:pt x="19" y="49"/>
                      </a:cubicBezTo>
                      <a:cubicBezTo>
                        <a:pt x="19" y="47"/>
                        <a:pt x="19" y="45"/>
                        <a:pt x="20" y="44"/>
                      </a:cubicBezTo>
                      <a:cubicBezTo>
                        <a:pt x="22" y="43"/>
                        <a:pt x="22" y="43"/>
                        <a:pt x="22" y="43"/>
                      </a:cubicBezTo>
                      <a:cubicBezTo>
                        <a:pt x="24" y="41"/>
                        <a:pt x="28" y="41"/>
                        <a:pt x="30" y="43"/>
                      </a:cubicBezTo>
                      <a:cubicBezTo>
                        <a:pt x="40" y="52"/>
                        <a:pt x="40" y="52"/>
                        <a:pt x="40" y="52"/>
                      </a:cubicBezTo>
                      <a:cubicBezTo>
                        <a:pt x="40" y="22"/>
                        <a:pt x="40" y="22"/>
                        <a:pt x="40" y="22"/>
                      </a:cubicBezTo>
                      <a:cubicBezTo>
                        <a:pt x="40" y="19"/>
                        <a:pt x="43" y="16"/>
                        <a:pt x="46" y="16"/>
                      </a:cubicBezTo>
                      <a:cubicBezTo>
                        <a:pt x="50" y="16"/>
                        <a:pt x="50" y="16"/>
                        <a:pt x="50" y="16"/>
                      </a:cubicBezTo>
                      <a:cubicBezTo>
                        <a:pt x="53" y="16"/>
                        <a:pt x="56" y="19"/>
                        <a:pt x="56" y="22"/>
                      </a:cubicBezTo>
                      <a:cubicBezTo>
                        <a:pt x="56" y="52"/>
                        <a:pt x="56" y="52"/>
                        <a:pt x="56" y="52"/>
                      </a:cubicBezTo>
                      <a:cubicBezTo>
                        <a:pt x="66" y="42"/>
                        <a:pt x="66" y="42"/>
                        <a:pt x="66" y="42"/>
                      </a:cubicBezTo>
                      <a:cubicBezTo>
                        <a:pt x="68" y="40"/>
                        <a:pt x="72" y="40"/>
                        <a:pt x="75" y="43"/>
                      </a:cubicBezTo>
                      <a:cubicBezTo>
                        <a:pt x="76" y="44"/>
                        <a:pt x="76" y="44"/>
                        <a:pt x="76" y="44"/>
                      </a:cubicBezTo>
                      <a:cubicBezTo>
                        <a:pt x="77" y="45"/>
                        <a:pt x="77" y="46"/>
                        <a:pt x="77" y="48"/>
                      </a:cubicBezTo>
                      <a:cubicBezTo>
                        <a:pt x="77" y="50"/>
                        <a:pt x="77" y="51"/>
                        <a:pt x="76" y="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DDA7F6A-F82C-447B-61CA-FDA70111CDC0}"/>
                  </a:ext>
                </a:extLst>
              </p:cNvPr>
              <p:cNvGrpSpPr/>
              <p:nvPr/>
            </p:nvGrpSpPr>
            <p:grpSpPr>
              <a:xfrm>
                <a:off x="458116" y="3477212"/>
                <a:ext cx="277814" cy="276596"/>
                <a:chOff x="953513" y="1192782"/>
                <a:chExt cx="277814" cy="276596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A5B55FFD-B158-7423-AAAA-59961DD3D67C}"/>
                    </a:ext>
                  </a:extLst>
                </p:cNvPr>
                <p:cNvSpPr/>
                <p:nvPr/>
              </p:nvSpPr>
              <p:spPr>
                <a:xfrm>
                  <a:off x="980285" y="1218945"/>
                  <a:ext cx="224271" cy="22427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Freeform 44">
                  <a:extLst>
                    <a:ext uri="{FF2B5EF4-FFF2-40B4-BE49-F238E27FC236}">
                      <a16:creationId xmlns:a16="http://schemas.microsoft.com/office/drawing/2014/main" id="{A735399B-FCF2-C262-7A2A-B77EA1022B4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rot="16200000">
                  <a:off x="954122" y="1192173"/>
                  <a:ext cx="276596" cy="277814"/>
                </a:xfrm>
                <a:custGeom>
                  <a:avLst/>
                  <a:gdLst>
                    <a:gd name="T0" fmla="*/ 48 w 96"/>
                    <a:gd name="T1" fmla="*/ 0 h 96"/>
                    <a:gd name="T2" fmla="*/ 0 w 96"/>
                    <a:gd name="T3" fmla="*/ 48 h 96"/>
                    <a:gd name="T4" fmla="*/ 48 w 96"/>
                    <a:gd name="T5" fmla="*/ 96 h 96"/>
                    <a:gd name="T6" fmla="*/ 96 w 96"/>
                    <a:gd name="T7" fmla="*/ 48 h 96"/>
                    <a:gd name="T8" fmla="*/ 48 w 96"/>
                    <a:gd name="T9" fmla="*/ 0 h 96"/>
                    <a:gd name="T10" fmla="*/ 76 w 96"/>
                    <a:gd name="T11" fmla="*/ 52 h 96"/>
                    <a:gd name="T12" fmla="*/ 52 w 96"/>
                    <a:gd name="T13" fmla="*/ 75 h 96"/>
                    <a:gd name="T14" fmla="*/ 48 w 96"/>
                    <a:gd name="T15" fmla="*/ 76 h 96"/>
                    <a:gd name="T16" fmla="*/ 44 w 96"/>
                    <a:gd name="T17" fmla="*/ 75 h 96"/>
                    <a:gd name="T18" fmla="*/ 20 w 96"/>
                    <a:gd name="T19" fmla="*/ 53 h 96"/>
                    <a:gd name="T20" fmla="*/ 19 w 96"/>
                    <a:gd name="T21" fmla="*/ 49 h 96"/>
                    <a:gd name="T22" fmla="*/ 20 w 96"/>
                    <a:gd name="T23" fmla="*/ 44 h 96"/>
                    <a:gd name="T24" fmla="*/ 22 w 96"/>
                    <a:gd name="T25" fmla="*/ 43 h 96"/>
                    <a:gd name="T26" fmla="*/ 30 w 96"/>
                    <a:gd name="T27" fmla="*/ 43 h 96"/>
                    <a:gd name="T28" fmla="*/ 40 w 96"/>
                    <a:gd name="T29" fmla="*/ 52 h 96"/>
                    <a:gd name="T30" fmla="*/ 40 w 96"/>
                    <a:gd name="T31" fmla="*/ 22 h 96"/>
                    <a:gd name="T32" fmla="*/ 46 w 96"/>
                    <a:gd name="T33" fmla="*/ 16 h 96"/>
                    <a:gd name="T34" fmla="*/ 50 w 96"/>
                    <a:gd name="T35" fmla="*/ 16 h 96"/>
                    <a:gd name="T36" fmla="*/ 56 w 96"/>
                    <a:gd name="T37" fmla="*/ 22 h 96"/>
                    <a:gd name="T38" fmla="*/ 56 w 96"/>
                    <a:gd name="T39" fmla="*/ 52 h 96"/>
                    <a:gd name="T40" fmla="*/ 66 w 96"/>
                    <a:gd name="T41" fmla="*/ 42 h 96"/>
                    <a:gd name="T42" fmla="*/ 75 w 96"/>
                    <a:gd name="T43" fmla="*/ 43 h 96"/>
                    <a:gd name="T44" fmla="*/ 76 w 96"/>
                    <a:gd name="T45" fmla="*/ 44 h 96"/>
                    <a:gd name="T46" fmla="*/ 77 w 96"/>
                    <a:gd name="T47" fmla="*/ 48 h 96"/>
                    <a:gd name="T48" fmla="*/ 76 w 96"/>
                    <a:gd name="T49" fmla="*/ 52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96" h="96">
                      <a:moveTo>
                        <a:pt x="48" y="0"/>
                      </a:moveTo>
                      <a:cubicBezTo>
                        <a:pt x="22" y="0"/>
                        <a:pt x="0" y="22"/>
                        <a:pt x="0" y="48"/>
                      </a:cubicBezTo>
                      <a:cubicBezTo>
                        <a:pt x="0" y="74"/>
                        <a:pt x="22" y="96"/>
                        <a:pt x="48" y="96"/>
                      </a:cubicBezTo>
                      <a:cubicBezTo>
                        <a:pt x="75" y="96"/>
                        <a:pt x="96" y="74"/>
                        <a:pt x="96" y="48"/>
                      </a:cubicBezTo>
                      <a:cubicBezTo>
                        <a:pt x="96" y="22"/>
                        <a:pt x="75" y="0"/>
                        <a:pt x="48" y="0"/>
                      </a:cubicBezTo>
                      <a:close/>
                      <a:moveTo>
                        <a:pt x="76" y="52"/>
                      </a:moveTo>
                      <a:cubicBezTo>
                        <a:pt x="52" y="75"/>
                        <a:pt x="52" y="75"/>
                        <a:pt x="52" y="75"/>
                      </a:cubicBezTo>
                      <a:cubicBezTo>
                        <a:pt x="51" y="76"/>
                        <a:pt x="50" y="76"/>
                        <a:pt x="48" y="76"/>
                      </a:cubicBezTo>
                      <a:cubicBezTo>
                        <a:pt x="46" y="76"/>
                        <a:pt x="45" y="76"/>
                        <a:pt x="44" y="75"/>
                      </a:cubicBezTo>
                      <a:cubicBezTo>
                        <a:pt x="20" y="53"/>
                        <a:pt x="20" y="53"/>
                        <a:pt x="20" y="53"/>
                      </a:cubicBezTo>
                      <a:cubicBezTo>
                        <a:pt x="19" y="52"/>
                        <a:pt x="19" y="50"/>
                        <a:pt x="19" y="49"/>
                      </a:cubicBezTo>
                      <a:cubicBezTo>
                        <a:pt x="19" y="47"/>
                        <a:pt x="19" y="45"/>
                        <a:pt x="20" y="44"/>
                      </a:cubicBezTo>
                      <a:cubicBezTo>
                        <a:pt x="22" y="43"/>
                        <a:pt x="22" y="43"/>
                        <a:pt x="22" y="43"/>
                      </a:cubicBezTo>
                      <a:cubicBezTo>
                        <a:pt x="24" y="41"/>
                        <a:pt x="28" y="41"/>
                        <a:pt x="30" y="43"/>
                      </a:cubicBezTo>
                      <a:cubicBezTo>
                        <a:pt x="40" y="52"/>
                        <a:pt x="40" y="52"/>
                        <a:pt x="40" y="52"/>
                      </a:cubicBezTo>
                      <a:cubicBezTo>
                        <a:pt x="40" y="22"/>
                        <a:pt x="40" y="22"/>
                        <a:pt x="40" y="22"/>
                      </a:cubicBezTo>
                      <a:cubicBezTo>
                        <a:pt x="40" y="19"/>
                        <a:pt x="43" y="16"/>
                        <a:pt x="46" y="16"/>
                      </a:cubicBezTo>
                      <a:cubicBezTo>
                        <a:pt x="50" y="16"/>
                        <a:pt x="50" y="16"/>
                        <a:pt x="50" y="16"/>
                      </a:cubicBezTo>
                      <a:cubicBezTo>
                        <a:pt x="53" y="16"/>
                        <a:pt x="56" y="19"/>
                        <a:pt x="56" y="22"/>
                      </a:cubicBezTo>
                      <a:cubicBezTo>
                        <a:pt x="56" y="52"/>
                        <a:pt x="56" y="52"/>
                        <a:pt x="56" y="52"/>
                      </a:cubicBezTo>
                      <a:cubicBezTo>
                        <a:pt x="66" y="42"/>
                        <a:pt x="66" y="42"/>
                        <a:pt x="66" y="42"/>
                      </a:cubicBezTo>
                      <a:cubicBezTo>
                        <a:pt x="68" y="40"/>
                        <a:pt x="72" y="40"/>
                        <a:pt x="75" y="43"/>
                      </a:cubicBezTo>
                      <a:cubicBezTo>
                        <a:pt x="76" y="44"/>
                        <a:pt x="76" y="44"/>
                        <a:pt x="76" y="44"/>
                      </a:cubicBezTo>
                      <a:cubicBezTo>
                        <a:pt x="77" y="45"/>
                        <a:pt x="77" y="46"/>
                        <a:pt x="77" y="48"/>
                      </a:cubicBezTo>
                      <a:cubicBezTo>
                        <a:pt x="77" y="50"/>
                        <a:pt x="77" y="51"/>
                        <a:pt x="76" y="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CA8AB82-52BC-9610-CA1A-5865DA1219FC}"/>
                  </a:ext>
                </a:extLst>
              </p:cNvPr>
              <p:cNvGrpSpPr/>
              <p:nvPr/>
            </p:nvGrpSpPr>
            <p:grpSpPr>
              <a:xfrm>
                <a:off x="458116" y="4187974"/>
                <a:ext cx="277814" cy="276596"/>
                <a:chOff x="953513" y="1192782"/>
                <a:chExt cx="277814" cy="276596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30569940-3150-C572-8242-CE73040ED8D9}"/>
                    </a:ext>
                  </a:extLst>
                </p:cNvPr>
                <p:cNvSpPr/>
                <p:nvPr/>
              </p:nvSpPr>
              <p:spPr>
                <a:xfrm>
                  <a:off x="980285" y="1218945"/>
                  <a:ext cx="224271" cy="22427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Freeform 44">
                  <a:extLst>
                    <a:ext uri="{FF2B5EF4-FFF2-40B4-BE49-F238E27FC236}">
                      <a16:creationId xmlns:a16="http://schemas.microsoft.com/office/drawing/2014/main" id="{0A25D478-EA8A-5608-33AD-FAF528DD562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rot="16200000">
                  <a:off x="954122" y="1192173"/>
                  <a:ext cx="276596" cy="277814"/>
                </a:xfrm>
                <a:custGeom>
                  <a:avLst/>
                  <a:gdLst>
                    <a:gd name="T0" fmla="*/ 48 w 96"/>
                    <a:gd name="T1" fmla="*/ 0 h 96"/>
                    <a:gd name="T2" fmla="*/ 0 w 96"/>
                    <a:gd name="T3" fmla="*/ 48 h 96"/>
                    <a:gd name="T4" fmla="*/ 48 w 96"/>
                    <a:gd name="T5" fmla="*/ 96 h 96"/>
                    <a:gd name="T6" fmla="*/ 96 w 96"/>
                    <a:gd name="T7" fmla="*/ 48 h 96"/>
                    <a:gd name="T8" fmla="*/ 48 w 96"/>
                    <a:gd name="T9" fmla="*/ 0 h 96"/>
                    <a:gd name="T10" fmla="*/ 76 w 96"/>
                    <a:gd name="T11" fmla="*/ 52 h 96"/>
                    <a:gd name="T12" fmla="*/ 52 w 96"/>
                    <a:gd name="T13" fmla="*/ 75 h 96"/>
                    <a:gd name="T14" fmla="*/ 48 w 96"/>
                    <a:gd name="T15" fmla="*/ 76 h 96"/>
                    <a:gd name="T16" fmla="*/ 44 w 96"/>
                    <a:gd name="T17" fmla="*/ 75 h 96"/>
                    <a:gd name="T18" fmla="*/ 20 w 96"/>
                    <a:gd name="T19" fmla="*/ 53 h 96"/>
                    <a:gd name="T20" fmla="*/ 19 w 96"/>
                    <a:gd name="T21" fmla="*/ 49 h 96"/>
                    <a:gd name="T22" fmla="*/ 20 w 96"/>
                    <a:gd name="T23" fmla="*/ 44 h 96"/>
                    <a:gd name="T24" fmla="*/ 22 w 96"/>
                    <a:gd name="T25" fmla="*/ 43 h 96"/>
                    <a:gd name="T26" fmla="*/ 30 w 96"/>
                    <a:gd name="T27" fmla="*/ 43 h 96"/>
                    <a:gd name="T28" fmla="*/ 40 w 96"/>
                    <a:gd name="T29" fmla="*/ 52 h 96"/>
                    <a:gd name="T30" fmla="*/ 40 w 96"/>
                    <a:gd name="T31" fmla="*/ 22 h 96"/>
                    <a:gd name="T32" fmla="*/ 46 w 96"/>
                    <a:gd name="T33" fmla="*/ 16 h 96"/>
                    <a:gd name="T34" fmla="*/ 50 w 96"/>
                    <a:gd name="T35" fmla="*/ 16 h 96"/>
                    <a:gd name="T36" fmla="*/ 56 w 96"/>
                    <a:gd name="T37" fmla="*/ 22 h 96"/>
                    <a:gd name="T38" fmla="*/ 56 w 96"/>
                    <a:gd name="T39" fmla="*/ 52 h 96"/>
                    <a:gd name="T40" fmla="*/ 66 w 96"/>
                    <a:gd name="T41" fmla="*/ 42 h 96"/>
                    <a:gd name="T42" fmla="*/ 75 w 96"/>
                    <a:gd name="T43" fmla="*/ 43 h 96"/>
                    <a:gd name="T44" fmla="*/ 76 w 96"/>
                    <a:gd name="T45" fmla="*/ 44 h 96"/>
                    <a:gd name="T46" fmla="*/ 77 w 96"/>
                    <a:gd name="T47" fmla="*/ 48 h 96"/>
                    <a:gd name="T48" fmla="*/ 76 w 96"/>
                    <a:gd name="T49" fmla="*/ 52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96" h="96">
                      <a:moveTo>
                        <a:pt x="48" y="0"/>
                      </a:moveTo>
                      <a:cubicBezTo>
                        <a:pt x="22" y="0"/>
                        <a:pt x="0" y="22"/>
                        <a:pt x="0" y="48"/>
                      </a:cubicBezTo>
                      <a:cubicBezTo>
                        <a:pt x="0" y="74"/>
                        <a:pt x="22" y="96"/>
                        <a:pt x="48" y="96"/>
                      </a:cubicBezTo>
                      <a:cubicBezTo>
                        <a:pt x="75" y="96"/>
                        <a:pt x="96" y="74"/>
                        <a:pt x="96" y="48"/>
                      </a:cubicBezTo>
                      <a:cubicBezTo>
                        <a:pt x="96" y="22"/>
                        <a:pt x="75" y="0"/>
                        <a:pt x="48" y="0"/>
                      </a:cubicBezTo>
                      <a:close/>
                      <a:moveTo>
                        <a:pt x="76" y="52"/>
                      </a:moveTo>
                      <a:cubicBezTo>
                        <a:pt x="52" y="75"/>
                        <a:pt x="52" y="75"/>
                        <a:pt x="52" y="75"/>
                      </a:cubicBezTo>
                      <a:cubicBezTo>
                        <a:pt x="51" y="76"/>
                        <a:pt x="50" y="76"/>
                        <a:pt x="48" y="76"/>
                      </a:cubicBezTo>
                      <a:cubicBezTo>
                        <a:pt x="46" y="76"/>
                        <a:pt x="45" y="76"/>
                        <a:pt x="44" y="75"/>
                      </a:cubicBezTo>
                      <a:cubicBezTo>
                        <a:pt x="20" y="53"/>
                        <a:pt x="20" y="53"/>
                        <a:pt x="20" y="53"/>
                      </a:cubicBezTo>
                      <a:cubicBezTo>
                        <a:pt x="19" y="52"/>
                        <a:pt x="19" y="50"/>
                        <a:pt x="19" y="49"/>
                      </a:cubicBezTo>
                      <a:cubicBezTo>
                        <a:pt x="19" y="47"/>
                        <a:pt x="19" y="45"/>
                        <a:pt x="20" y="44"/>
                      </a:cubicBezTo>
                      <a:cubicBezTo>
                        <a:pt x="22" y="43"/>
                        <a:pt x="22" y="43"/>
                        <a:pt x="22" y="43"/>
                      </a:cubicBezTo>
                      <a:cubicBezTo>
                        <a:pt x="24" y="41"/>
                        <a:pt x="28" y="41"/>
                        <a:pt x="30" y="43"/>
                      </a:cubicBezTo>
                      <a:cubicBezTo>
                        <a:pt x="40" y="52"/>
                        <a:pt x="40" y="52"/>
                        <a:pt x="40" y="52"/>
                      </a:cubicBezTo>
                      <a:cubicBezTo>
                        <a:pt x="40" y="22"/>
                        <a:pt x="40" y="22"/>
                        <a:pt x="40" y="22"/>
                      </a:cubicBezTo>
                      <a:cubicBezTo>
                        <a:pt x="40" y="19"/>
                        <a:pt x="43" y="16"/>
                        <a:pt x="46" y="16"/>
                      </a:cubicBezTo>
                      <a:cubicBezTo>
                        <a:pt x="50" y="16"/>
                        <a:pt x="50" y="16"/>
                        <a:pt x="50" y="16"/>
                      </a:cubicBezTo>
                      <a:cubicBezTo>
                        <a:pt x="53" y="16"/>
                        <a:pt x="56" y="19"/>
                        <a:pt x="56" y="22"/>
                      </a:cubicBezTo>
                      <a:cubicBezTo>
                        <a:pt x="56" y="52"/>
                        <a:pt x="56" y="52"/>
                        <a:pt x="56" y="52"/>
                      </a:cubicBezTo>
                      <a:cubicBezTo>
                        <a:pt x="66" y="42"/>
                        <a:pt x="66" y="42"/>
                        <a:pt x="66" y="42"/>
                      </a:cubicBezTo>
                      <a:cubicBezTo>
                        <a:pt x="68" y="40"/>
                        <a:pt x="72" y="40"/>
                        <a:pt x="75" y="43"/>
                      </a:cubicBezTo>
                      <a:cubicBezTo>
                        <a:pt x="76" y="44"/>
                        <a:pt x="76" y="44"/>
                        <a:pt x="76" y="44"/>
                      </a:cubicBezTo>
                      <a:cubicBezTo>
                        <a:pt x="77" y="45"/>
                        <a:pt x="77" y="46"/>
                        <a:pt x="77" y="48"/>
                      </a:cubicBezTo>
                      <a:cubicBezTo>
                        <a:pt x="77" y="50"/>
                        <a:pt x="77" y="51"/>
                        <a:pt x="76" y="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16C13E2-5079-3DE2-6269-535CC5F2CB05}"/>
                  </a:ext>
                </a:extLst>
              </p:cNvPr>
              <p:cNvGrpSpPr/>
              <p:nvPr/>
            </p:nvGrpSpPr>
            <p:grpSpPr>
              <a:xfrm>
                <a:off x="458116" y="4898736"/>
                <a:ext cx="277814" cy="276596"/>
                <a:chOff x="953513" y="1192782"/>
                <a:chExt cx="277814" cy="276596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A82BE383-E8E5-82C2-6924-77398C9A5B5E}"/>
                    </a:ext>
                  </a:extLst>
                </p:cNvPr>
                <p:cNvSpPr/>
                <p:nvPr/>
              </p:nvSpPr>
              <p:spPr>
                <a:xfrm>
                  <a:off x="980285" y="1218945"/>
                  <a:ext cx="224271" cy="22427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 44">
                  <a:extLst>
                    <a:ext uri="{FF2B5EF4-FFF2-40B4-BE49-F238E27FC236}">
                      <a16:creationId xmlns:a16="http://schemas.microsoft.com/office/drawing/2014/main" id="{D3945E45-76B7-279D-473A-25DA7A7F296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rot="16200000">
                  <a:off x="954122" y="1192173"/>
                  <a:ext cx="276596" cy="277814"/>
                </a:xfrm>
                <a:custGeom>
                  <a:avLst/>
                  <a:gdLst>
                    <a:gd name="T0" fmla="*/ 48 w 96"/>
                    <a:gd name="T1" fmla="*/ 0 h 96"/>
                    <a:gd name="T2" fmla="*/ 0 w 96"/>
                    <a:gd name="T3" fmla="*/ 48 h 96"/>
                    <a:gd name="T4" fmla="*/ 48 w 96"/>
                    <a:gd name="T5" fmla="*/ 96 h 96"/>
                    <a:gd name="T6" fmla="*/ 96 w 96"/>
                    <a:gd name="T7" fmla="*/ 48 h 96"/>
                    <a:gd name="T8" fmla="*/ 48 w 96"/>
                    <a:gd name="T9" fmla="*/ 0 h 96"/>
                    <a:gd name="T10" fmla="*/ 76 w 96"/>
                    <a:gd name="T11" fmla="*/ 52 h 96"/>
                    <a:gd name="T12" fmla="*/ 52 w 96"/>
                    <a:gd name="T13" fmla="*/ 75 h 96"/>
                    <a:gd name="T14" fmla="*/ 48 w 96"/>
                    <a:gd name="T15" fmla="*/ 76 h 96"/>
                    <a:gd name="T16" fmla="*/ 44 w 96"/>
                    <a:gd name="T17" fmla="*/ 75 h 96"/>
                    <a:gd name="T18" fmla="*/ 20 w 96"/>
                    <a:gd name="T19" fmla="*/ 53 h 96"/>
                    <a:gd name="T20" fmla="*/ 19 w 96"/>
                    <a:gd name="T21" fmla="*/ 49 h 96"/>
                    <a:gd name="T22" fmla="*/ 20 w 96"/>
                    <a:gd name="T23" fmla="*/ 44 h 96"/>
                    <a:gd name="T24" fmla="*/ 22 w 96"/>
                    <a:gd name="T25" fmla="*/ 43 h 96"/>
                    <a:gd name="T26" fmla="*/ 30 w 96"/>
                    <a:gd name="T27" fmla="*/ 43 h 96"/>
                    <a:gd name="T28" fmla="*/ 40 w 96"/>
                    <a:gd name="T29" fmla="*/ 52 h 96"/>
                    <a:gd name="T30" fmla="*/ 40 w 96"/>
                    <a:gd name="T31" fmla="*/ 22 h 96"/>
                    <a:gd name="T32" fmla="*/ 46 w 96"/>
                    <a:gd name="T33" fmla="*/ 16 h 96"/>
                    <a:gd name="T34" fmla="*/ 50 w 96"/>
                    <a:gd name="T35" fmla="*/ 16 h 96"/>
                    <a:gd name="T36" fmla="*/ 56 w 96"/>
                    <a:gd name="T37" fmla="*/ 22 h 96"/>
                    <a:gd name="T38" fmla="*/ 56 w 96"/>
                    <a:gd name="T39" fmla="*/ 52 h 96"/>
                    <a:gd name="T40" fmla="*/ 66 w 96"/>
                    <a:gd name="T41" fmla="*/ 42 h 96"/>
                    <a:gd name="T42" fmla="*/ 75 w 96"/>
                    <a:gd name="T43" fmla="*/ 43 h 96"/>
                    <a:gd name="T44" fmla="*/ 76 w 96"/>
                    <a:gd name="T45" fmla="*/ 44 h 96"/>
                    <a:gd name="T46" fmla="*/ 77 w 96"/>
                    <a:gd name="T47" fmla="*/ 48 h 96"/>
                    <a:gd name="T48" fmla="*/ 76 w 96"/>
                    <a:gd name="T49" fmla="*/ 52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96" h="96">
                      <a:moveTo>
                        <a:pt x="48" y="0"/>
                      </a:moveTo>
                      <a:cubicBezTo>
                        <a:pt x="22" y="0"/>
                        <a:pt x="0" y="22"/>
                        <a:pt x="0" y="48"/>
                      </a:cubicBezTo>
                      <a:cubicBezTo>
                        <a:pt x="0" y="74"/>
                        <a:pt x="22" y="96"/>
                        <a:pt x="48" y="96"/>
                      </a:cubicBezTo>
                      <a:cubicBezTo>
                        <a:pt x="75" y="96"/>
                        <a:pt x="96" y="74"/>
                        <a:pt x="96" y="48"/>
                      </a:cubicBezTo>
                      <a:cubicBezTo>
                        <a:pt x="96" y="22"/>
                        <a:pt x="75" y="0"/>
                        <a:pt x="48" y="0"/>
                      </a:cubicBezTo>
                      <a:close/>
                      <a:moveTo>
                        <a:pt x="76" y="52"/>
                      </a:moveTo>
                      <a:cubicBezTo>
                        <a:pt x="52" y="75"/>
                        <a:pt x="52" y="75"/>
                        <a:pt x="52" y="75"/>
                      </a:cubicBezTo>
                      <a:cubicBezTo>
                        <a:pt x="51" y="76"/>
                        <a:pt x="50" y="76"/>
                        <a:pt x="48" y="76"/>
                      </a:cubicBezTo>
                      <a:cubicBezTo>
                        <a:pt x="46" y="76"/>
                        <a:pt x="45" y="76"/>
                        <a:pt x="44" y="75"/>
                      </a:cubicBezTo>
                      <a:cubicBezTo>
                        <a:pt x="20" y="53"/>
                        <a:pt x="20" y="53"/>
                        <a:pt x="20" y="53"/>
                      </a:cubicBezTo>
                      <a:cubicBezTo>
                        <a:pt x="19" y="52"/>
                        <a:pt x="19" y="50"/>
                        <a:pt x="19" y="49"/>
                      </a:cubicBezTo>
                      <a:cubicBezTo>
                        <a:pt x="19" y="47"/>
                        <a:pt x="19" y="45"/>
                        <a:pt x="20" y="44"/>
                      </a:cubicBezTo>
                      <a:cubicBezTo>
                        <a:pt x="22" y="43"/>
                        <a:pt x="22" y="43"/>
                        <a:pt x="22" y="43"/>
                      </a:cubicBezTo>
                      <a:cubicBezTo>
                        <a:pt x="24" y="41"/>
                        <a:pt x="28" y="41"/>
                        <a:pt x="30" y="43"/>
                      </a:cubicBezTo>
                      <a:cubicBezTo>
                        <a:pt x="40" y="52"/>
                        <a:pt x="40" y="52"/>
                        <a:pt x="40" y="52"/>
                      </a:cubicBezTo>
                      <a:cubicBezTo>
                        <a:pt x="40" y="22"/>
                        <a:pt x="40" y="22"/>
                        <a:pt x="40" y="22"/>
                      </a:cubicBezTo>
                      <a:cubicBezTo>
                        <a:pt x="40" y="19"/>
                        <a:pt x="43" y="16"/>
                        <a:pt x="46" y="16"/>
                      </a:cubicBezTo>
                      <a:cubicBezTo>
                        <a:pt x="50" y="16"/>
                        <a:pt x="50" y="16"/>
                        <a:pt x="50" y="16"/>
                      </a:cubicBezTo>
                      <a:cubicBezTo>
                        <a:pt x="53" y="16"/>
                        <a:pt x="56" y="19"/>
                        <a:pt x="56" y="22"/>
                      </a:cubicBezTo>
                      <a:cubicBezTo>
                        <a:pt x="56" y="52"/>
                        <a:pt x="56" y="52"/>
                        <a:pt x="56" y="52"/>
                      </a:cubicBezTo>
                      <a:cubicBezTo>
                        <a:pt x="66" y="42"/>
                        <a:pt x="66" y="42"/>
                        <a:pt x="66" y="42"/>
                      </a:cubicBezTo>
                      <a:cubicBezTo>
                        <a:pt x="68" y="40"/>
                        <a:pt x="72" y="40"/>
                        <a:pt x="75" y="43"/>
                      </a:cubicBezTo>
                      <a:cubicBezTo>
                        <a:pt x="76" y="44"/>
                        <a:pt x="76" y="44"/>
                        <a:pt x="76" y="44"/>
                      </a:cubicBezTo>
                      <a:cubicBezTo>
                        <a:pt x="77" y="45"/>
                        <a:pt x="77" y="46"/>
                        <a:pt x="77" y="48"/>
                      </a:cubicBezTo>
                      <a:cubicBezTo>
                        <a:pt x="77" y="50"/>
                        <a:pt x="77" y="51"/>
                        <a:pt x="76" y="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/>
                </a:p>
              </p:txBody>
            </p:sp>
          </p:grp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1F3197C-5E8F-B8C4-D660-CB6ADC20CF04}"/>
              </a:ext>
            </a:extLst>
          </p:cNvPr>
          <p:cNvGrpSpPr/>
          <p:nvPr/>
        </p:nvGrpSpPr>
        <p:grpSpPr>
          <a:xfrm>
            <a:off x="304129" y="338344"/>
            <a:ext cx="1068142" cy="736571"/>
            <a:chOff x="10926357" y="160499"/>
            <a:chExt cx="1068142" cy="73657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443585B-7057-5BB2-50B7-6EF40CDA3F7C}"/>
                </a:ext>
              </a:extLst>
            </p:cNvPr>
            <p:cNvGrpSpPr/>
            <p:nvPr/>
          </p:nvGrpSpPr>
          <p:grpSpPr>
            <a:xfrm>
              <a:off x="11876512" y="160499"/>
              <a:ext cx="117987" cy="736571"/>
              <a:chOff x="11836756" y="157098"/>
              <a:chExt cx="117987" cy="736571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151A783-1304-653E-4332-A16EF8101264}"/>
                  </a:ext>
                </a:extLst>
              </p:cNvPr>
              <p:cNvSpPr/>
              <p:nvPr/>
            </p:nvSpPr>
            <p:spPr>
              <a:xfrm>
                <a:off x="11836756" y="15709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791F046-26EE-0FF2-19F3-C102C4C2ABAC}"/>
                  </a:ext>
                </a:extLst>
              </p:cNvPr>
              <p:cNvSpPr/>
              <p:nvPr/>
            </p:nvSpPr>
            <p:spPr>
              <a:xfrm>
                <a:off x="11836756" y="363293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32D8AEA2-78A8-F36A-67F3-1D6A11C920EF}"/>
                  </a:ext>
                </a:extLst>
              </p:cNvPr>
              <p:cNvSpPr/>
              <p:nvPr/>
            </p:nvSpPr>
            <p:spPr>
              <a:xfrm>
                <a:off x="11836756" y="56948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B9B00BC-3A67-8AC5-4EC4-70E24DF82DEE}"/>
                  </a:ext>
                </a:extLst>
              </p:cNvPr>
              <p:cNvSpPr/>
              <p:nvPr/>
            </p:nvSpPr>
            <p:spPr>
              <a:xfrm>
                <a:off x="11836756" y="775682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41A0074-06A4-C7DC-7C22-BDB661716FC4}"/>
                </a:ext>
              </a:extLst>
            </p:cNvPr>
            <p:cNvGrpSpPr/>
            <p:nvPr/>
          </p:nvGrpSpPr>
          <p:grpSpPr>
            <a:xfrm>
              <a:off x="11677730" y="160499"/>
              <a:ext cx="117987" cy="736571"/>
              <a:chOff x="11836756" y="157098"/>
              <a:chExt cx="117987" cy="736571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382E878-887F-E3B8-B0C9-DEEDF616D147}"/>
                  </a:ext>
                </a:extLst>
              </p:cNvPr>
              <p:cNvSpPr/>
              <p:nvPr/>
            </p:nvSpPr>
            <p:spPr>
              <a:xfrm>
                <a:off x="11836756" y="15709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204E018-8C06-C802-0D0A-0D236CCDC81A}"/>
                  </a:ext>
                </a:extLst>
              </p:cNvPr>
              <p:cNvSpPr/>
              <p:nvPr/>
            </p:nvSpPr>
            <p:spPr>
              <a:xfrm>
                <a:off x="11836756" y="363293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166AEDE-BDC0-63AE-A8D8-490618D8ECA3}"/>
                  </a:ext>
                </a:extLst>
              </p:cNvPr>
              <p:cNvSpPr/>
              <p:nvPr/>
            </p:nvSpPr>
            <p:spPr>
              <a:xfrm>
                <a:off x="11836756" y="56948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F456352-F68C-D6FB-699C-B107DD15C8BB}"/>
                  </a:ext>
                </a:extLst>
              </p:cNvPr>
              <p:cNvSpPr/>
              <p:nvPr/>
            </p:nvSpPr>
            <p:spPr>
              <a:xfrm>
                <a:off x="11836756" y="775682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E74F28C-EFDA-D926-003C-D5231084DD3D}"/>
                </a:ext>
              </a:extLst>
            </p:cNvPr>
            <p:cNvSpPr/>
            <p:nvPr/>
          </p:nvSpPr>
          <p:spPr>
            <a:xfrm>
              <a:off x="10926357" y="269636"/>
              <a:ext cx="606505" cy="60650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/>
          <p:cNvSpPr/>
          <p:nvPr/>
        </p:nvSpPr>
        <p:spPr>
          <a:xfrm>
            <a:off x="1055105" y="4211040"/>
            <a:ext cx="58369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Знаний в 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области паттернов проектирования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83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49B1FA4-B784-F8E4-CF63-0DFC2E73CF4B}"/>
              </a:ext>
            </a:extLst>
          </p:cNvPr>
          <p:cNvGrpSpPr/>
          <p:nvPr/>
        </p:nvGrpSpPr>
        <p:grpSpPr>
          <a:xfrm>
            <a:off x="0" y="0"/>
            <a:ext cx="6607277" cy="6858000"/>
            <a:chOff x="0" y="0"/>
            <a:chExt cx="7610168" cy="6858000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2DB5A41A-8660-90E9-DFE7-A1775C2E6A29}"/>
                </a:ext>
              </a:extLst>
            </p:cNvPr>
            <p:cNvSpPr/>
            <p:nvPr/>
          </p:nvSpPr>
          <p:spPr>
            <a:xfrm>
              <a:off x="0" y="0"/>
              <a:ext cx="7610168" cy="68580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ight Triangle 1">
              <a:extLst>
                <a:ext uri="{FF2B5EF4-FFF2-40B4-BE49-F238E27FC236}">
                  <a16:creationId xmlns:a16="http://schemas.microsoft.com/office/drawing/2014/main" id="{58CCF848-F688-6BA2-48ED-30AFF125D983}"/>
                </a:ext>
              </a:extLst>
            </p:cNvPr>
            <p:cNvSpPr/>
            <p:nvPr/>
          </p:nvSpPr>
          <p:spPr>
            <a:xfrm>
              <a:off x="0" y="0"/>
              <a:ext cx="7226710" cy="685800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E92D27E-488A-2B9D-5325-B692DE4A87A9}"/>
              </a:ext>
            </a:extLst>
          </p:cNvPr>
          <p:cNvGrpSpPr/>
          <p:nvPr/>
        </p:nvGrpSpPr>
        <p:grpSpPr>
          <a:xfrm>
            <a:off x="10646580" y="338344"/>
            <a:ext cx="1068142" cy="736571"/>
            <a:chOff x="10926357" y="160499"/>
            <a:chExt cx="1068142" cy="73657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B002FD8-6A14-8689-3BBC-B142B69DB162}"/>
                </a:ext>
              </a:extLst>
            </p:cNvPr>
            <p:cNvGrpSpPr/>
            <p:nvPr/>
          </p:nvGrpSpPr>
          <p:grpSpPr>
            <a:xfrm>
              <a:off x="11876512" y="160499"/>
              <a:ext cx="117987" cy="736571"/>
              <a:chOff x="11836756" y="157098"/>
              <a:chExt cx="117987" cy="736571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7CFD4AD-0EF7-34C8-591E-F376B78B7F09}"/>
                  </a:ext>
                </a:extLst>
              </p:cNvPr>
              <p:cNvSpPr/>
              <p:nvPr/>
            </p:nvSpPr>
            <p:spPr>
              <a:xfrm>
                <a:off x="11836756" y="15709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90F128B-7218-527A-A098-DFAF3344177A}"/>
                  </a:ext>
                </a:extLst>
              </p:cNvPr>
              <p:cNvSpPr/>
              <p:nvPr/>
            </p:nvSpPr>
            <p:spPr>
              <a:xfrm>
                <a:off x="11836756" y="363293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6ABA946-BA15-4E4C-20E6-2C7DB5A56FB6}"/>
                  </a:ext>
                </a:extLst>
              </p:cNvPr>
              <p:cNvSpPr/>
              <p:nvPr/>
            </p:nvSpPr>
            <p:spPr>
              <a:xfrm>
                <a:off x="11836756" y="56948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1DBBA82-0C73-5BA2-81D3-E461D7896A55}"/>
                  </a:ext>
                </a:extLst>
              </p:cNvPr>
              <p:cNvSpPr/>
              <p:nvPr/>
            </p:nvSpPr>
            <p:spPr>
              <a:xfrm>
                <a:off x="11836756" y="775682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1C92DA4-888A-79F3-95A7-E35ED6D8E6E4}"/>
                </a:ext>
              </a:extLst>
            </p:cNvPr>
            <p:cNvGrpSpPr/>
            <p:nvPr/>
          </p:nvGrpSpPr>
          <p:grpSpPr>
            <a:xfrm>
              <a:off x="11677730" y="160499"/>
              <a:ext cx="117987" cy="736571"/>
              <a:chOff x="11836756" y="157098"/>
              <a:chExt cx="117987" cy="736571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618E5CB-B4CB-30B5-D8CA-AFA4F27BCEFB}"/>
                  </a:ext>
                </a:extLst>
              </p:cNvPr>
              <p:cNvSpPr/>
              <p:nvPr/>
            </p:nvSpPr>
            <p:spPr>
              <a:xfrm>
                <a:off x="11836756" y="15709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C992A47-3DF0-02E3-FD45-257C123331CB}"/>
                  </a:ext>
                </a:extLst>
              </p:cNvPr>
              <p:cNvSpPr/>
              <p:nvPr/>
            </p:nvSpPr>
            <p:spPr>
              <a:xfrm>
                <a:off x="11836756" y="363293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9E3C9E-FA16-9B74-2465-8E4EAA030A10}"/>
                  </a:ext>
                </a:extLst>
              </p:cNvPr>
              <p:cNvSpPr/>
              <p:nvPr/>
            </p:nvSpPr>
            <p:spPr>
              <a:xfrm>
                <a:off x="11836756" y="569488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F98ECA7-42BB-7FFF-B873-17050F380B28}"/>
                  </a:ext>
                </a:extLst>
              </p:cNvPr>
              <p:cNvSpPr/>
              <p:nvPr/>
            </p:nvSpPr>
            <p:spPr>
              <a:xfrm>
                <a:off x="11836756" y="775682"/>
                <a:ext cx="117987" cy="11798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DB8B2D4-5390-D1BF-300A-8317AB23E093}"/>
                </a:ext>
              </a:extLst>
            </p:cNvPr>
            <p:cNvSpPr/>
            <p:nvPr/>
          </p:nvSpPr>
          <p:spPr>
            <a:xfrm>
              <a:off x="10926357" y="269636"/>
              <a:ext cx="606505" cy="60650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C84B036-5DEC-4CAB-BF19-5D3C30D82FB0}"/>
              </a:ext>
            </a:extLst>
          </p:cNvPr>
          <p:cNvSpPr txBox="1"/>
          <p:nvPr/>
        </p:nvSpPr>
        <p:spPr>
          <a:xfrm>
            <a:off x="5270287" y="1720840"/>
            <a:ext cx="59077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7200" b="1" i="0" dirty="0" smtClean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Спасибо за внимание !!!</a:t>
            </a:r>
            <a:endParaRPr lang="en-US" sz="7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19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00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166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lastModifiedBy>Admin</cp:lastModifiedBy>
  <cp:revision>12</cp:revision>
  <dcterms:created xsi:type="dcterms:W3CDTF">2023-09-05T06:16:26Z</dcterms:created>
  <dcterms:modified xsi:type="dcterms:W3CDTF">2023-10-09T12:21:45Z</dcterms:modified>
</cp:coreProperties>
</file>